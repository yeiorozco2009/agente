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882" r:id="rId2"/>
    <p:sldId id="885" r:id="rId3"/>
    <p:sldId id="886" r:id="rId4"/>
    <p:sldId id="887" r:id="rId5"/>
    <p:sldId id="891" r:id="rId6"/>
    <p:sldId id="892" r:id="rId7"/>
    <p:sldId id="893" r:id="rId8"/>
    <p:sldId id="888" r:id="rId9"/>
    <p:sldId id="889" r:id="rId10"/>
    <p:sldId id="890" r:id="rId11"/>
    <p:sldId id="358" r:id="rId12"/>
    <p:sldId id="881" r:id="rId1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BFFF"/>
    <a:srgbClr val="7F3F98"/>
    <a:srgbClr val="00329A"/>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2F3497-336C-4928-A6FB-CF80BCC96E3D}" v="2165" dt="2023-10-03T01:05:32.39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544" autoAdjust="0"/>
  </p:normalViewPr>
  <p:slideViewPr>
    <p:cSldViewPr snapToGrid="0">
      <p:cViewPr varScale="1">
        <p:scale>
          <a:sx n="72" d="100"/>
          <a:sy n="72" d="100"/>
        </p:scale>
        <p:origin x="73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Alejandro Peña Palacio" userId="9bc1ebb5-3bea-4794-be41-2d309de71ac8" providerId="ADAL" clId="{6EF1E93B-6945-4172-A54E-4EB227F74D10}"/>
    <pc:docChg chg="custSel addSld delSld modSld sldOrd delMainMaster">
      <pc:chgData name="Juan Alejandro Peña Palacio" userId="9bc1ebb5-3bea-4794-be41-2d309de71ac8" providerId="ADAL" clId="{6EF1E93B-6945-4172-A54E-4EB227F74D10}" dt="2023-02-21T12:03:39.762" v="947"/>
      <pc:docMkLst>
        <pc:docMk/>
      </pc:docMkLst>
      <pc:sldChg chg="addSp delSp modSp add mod delAnim modAnim">
        <pc:chgData name="Juan Alejandro Peña Palacio" userId="9bc1ebb5-3bea-4794-be41-2d309de71ac8" providerId="ADAL" clId="{6EF1E93B-6945-4172-A54E-4EB227F74D10}" dt="2023-02-21T12:03:39.762" v="947"/>
        <pc:sldMkLst>
          <pc:docMk/>
          <pc:sldMk cId="4154754362" sldId="320"/>
        </pc:sldMkLst>
        <pc:spChg chg="del mod topLvl">
          <ac:chgData name="Juan Alejandro Peña Palacio" userId="9bc1ebb5-3bea-4794-be41-2d309de71ac8" providerId="ADAL" clId="{6EF1E93B-6945-4172-A54E-4EB227F74D10}" dt="2023-02-20T22:56:25.853" v="882" actId="478"/>
          <ac:spMkLst>
            <pc:docMk/>
            <pc:sldMk cId="4154754362" sldId="320"/>
            <ac:spMk id="3" creationId="{08AC19AE-A350-C649-98E3-2A365E0E411B}"/>
          </ac:spMkLst>
        </pc:spChg>
        <pc:spChg chg="add del mod">
          <ac:chgData name="Juan Alejandro Peña Palacio" userId="9bc1ebb5-3bea-4794-be41-2d309de71ac8" providerId="ADAL" clId="{6EF1E93B-6945-4172-A54E-4EB227F74D10}" dt="2023-02-20T22:53:58.051" v="658" actId="478"/>
          <ac:spMkLst>
            <pc:docMk/>
            <pc:sldMk cId="4154754362" sldId="320"/>
            <ac:spMk id="5" creationId="{B89831B4-4879-155C-245D-43BB3EBC0EDE}"/>
          </ac:spMkLst>
        </pc:spChg>
        <pc:spChg chg="mod">
          <ac:chgData name="Juan Alejandro Peña Palacio" userId="9bc1ebb5-3bea-4794-be41-2d309de71ac8" providerId="ADAL" clId="{6EF1E93B-6945-4172-A54E-4EB227F74D10}" dt="2023-02-20T12:51:41.687" v="26"/>
          <ac:spMkLst>
            <pc:docMk/>
            <pc:sldMk cId="4154754362" sldId="320"/>
            <ac:spMk id="6" creationId="{48FA864B-C969-DC02-511E-2FF03A9E7B6F}"/>
          </ac:spMkLst>
        </pc:spChg>
        <pc:spChg chg="add mod">
          <ac:chgData name="Juan Alejandro Peña Palacio" userId="9bc1ebb5-3bea-4794-be41-2d309de71ac8" providerId="ADAL" clId="{6EF1E93B-6945-4172-A54E-4EB227F74D10}" dt="2023-02-20T22:54:00.599" v="659" actId="1076"/>
          <ac:spMkLst>
            <pc:docMk/>
            <pc:sldMk cId="4154754362" sldId="320"/>
            <ac:spMk id="6" creationId="{D5D1A15B-2EE8-0EB1-FE6F-EFAAD1C9BD13}"/>
          </ac:spMkLst>
        </pc:spChg>
        <pc:spChg chg="del">
          <ac:chgData name="Juan Alejandro Peña Palacio" userId="9bc1ebb5-3bea-4794-be41-2d309de71ac8" providerId="ADAL" clId="{6EF1E93B-6945-4172-A54E-4EB227F74D10}" dt="2023-02-20T12:49:53.958" v="9" actId="478"/>
          <ac:spMkLst>
            <pc:docMk/>
            <pc:sldMk cId="4154754362" sldId="320"/>
            <ac:spMk id="8" creationId="{00000000-0000-0000-0000-000000000000}"/>
          </ac:spMkLst>
        </pc:spChg>
        <pc:spChg chg="del mod">
          <ac:chgData name="Juan Alejandro Peña Palacio" userId="9bc1ebb5-3bea-4794-be41-2d309de71ac8" providerId="ADAL" clId="{6EF1E93B-6945-4172-A54E-4EB227F74D10}" dt="2023-02-20T12:57:08.271" v="57" actId="478"/>
          <ac:spMkLst>
            <pc:docMk/>
            <pc:sldMk cId="4154754362" sldId="320"/>
            <ac:spMk id="9" creationId="{00000000-0000-0000-0000-000000000000}"/>
          </ac:spMkLst>
        </pc:spChg>
        <pc:spChg chg="mod">
          <ac:chgData name="Juan Alejandro Peña Palacio" userId="9bc1ebb5-3bea-4794-be41-2d309de71ac8" providerId="ADAL" clId="{6EF1E93B-6945-4172-A54E-4EB227F74D10}" dt="2023-02-20T15:17:38.222" v="111"/>
          <ac:spMkLst>
            <pc:docMk/>
            <pc:sldMk cId="4154754362" sldId="320"/>
            <ac:spMk id="9" creationId="{D626347C-E6E8-1D93-B38C-ABFA9DCD23D1}"/>
          </ac:spMkLst>
        </pc:spChg>
        <pc:spChg chg="add del mod ord">
          <ac:chgData name="Juan Alejandro Peña Palacio" userId="9bc1ebb5-3bea-4794-be41-2d309de71ac8" providerId="ADAL" clId="{6EF1E93B-6945-4172-A54E-4EB227F74D10}" dt="2023-02-20T15:28:13.135" v="621" actId="478"/>
          <ac:spMkLst>
            <pc:docMk/>
            <pc:sldMk cId="4154754362" sldId="320"/>
            <ac:spMk id="10" creationId="{B9F1024D-BE8A-D868-35AD-03BB39081630}"/>
          </ac:spMkLst>
        </pc:spChg>
        <pc:spChg chg="add del mod">
          <ac:chgData name="Juan Alejandro Peña Palacio" userId="9bc1ebb5-3bea-4794-be41-2d309de71ac8" providerId="ADAL" clId="{6EF1E93B-6945-4172-A54E-4EB227F74D10}" dt="2023-02-20T22:53:51.584" v="657" actId="478"/>
          <ac:spMkLst>
            <pc:docMk/>
            <pc:sldMk cId="4154754362" sldId="320"/>
            <ac:spMk id="11" creationId="{562B3CE0-E8DF-8518-5C8E-715CC0DFDE3E}"/>
          </ac:spMkLst>
        </pc:spChg>
        <pc:spChg chg="mod">
          <ac:chgData name="Juan Alejandro Peña Palacio" userId="9bc1ebb5-3bea-4794-be41-2d309de71ac8" providerId="ADAL" clId="{6EF1E93B-6945-4172-A54E-4EB227F74D10}" dt="2023-02-20T12:51:41.687" v="26"/>
          <ac:spMkLst>
            <pc:docMk/>
            <pc:sldMk cId="4154754362" sldId="320"/>
            <ac:spMk id="11" creationId="{E54C01CE-F284-E74B-6347-FBEA8D38BB25}"/>
          </ac:spMkLst>
        </pc:spChg>
        <pc:spChg chg="mod">
          <ac:chgData name="Juan Alejandro Peña Palacio" userId="9bc1ebb5-3bea-4794-be41-2d309de71ac8" providerId="ADAL" clId="{6EF1E93B-6945-4172-A54E-4EB227F74D10}" dt="2023-02-20T15:27:05.938" v="605" actId="16959"/>
          <ac:spMkLst>
            <pc:docMk/>
            <pc:sldMk cId="4154754362" sldId="320"/>
            <ac:spMk id="13" creationId="{00000000-0000-0000-0000-000000000000}"/>
          </ac:spMkLst>
        </pc:spChg>
        <pc:spChg chg="mod">
          <ac:chgData name="Juan Alejandro Peña Palacio" userId="9bc1ebb5-3bea-4794-be41-2d309de71ac8" providerId="ADAL" clId="{6EF1E93B-6945-4172-A54E-4EB227F74D10}" dt="2023-02-20T22:56:48.732" v="888"/>
          <ac:spMkLst>
            <pc:docMk/>
            <pc:sldMk cId="4154754362" sldId="320"/>
            <ac:spMk id="15" creationId="{1DF0D973-4CC4-7A7B-8A87-3A5EEE0141BC}"/>
          </ac:spMkLst>
        </pc:spChg>
        <pc:spChg chg="mod">
          <ac:chgData name="Juan Alejandro Peña Palacio" userId="9bc1ebb5-3bea-4794-be41-2d309de71ac8" providerId="ADAL" clId="{6EF1E93B-6945-4172-A54E-4EB227F74D10}" dt="2023-02-20T15:28:47.658" v="636" actId="20577"/>
          <ac:spMkLst>
            <pc:docMk/>
            <pc:sldMk cId="4154754362" sldId="320"/>
            <ac:spMk id="3074" creationId="{00000000-0000-0000-0000-000000000000}"/>
          </ac:spMkLst>
        </pc:spChg>
        <pc:grpChg chg="add del mod">
          <ac:chgData name="Juan Alejandro Peña Palacio" userId="9bc1ebb5-3bea-4794-be41-2d309de71ac8" providerId="ADAL" clId="{6EF1E93B-6945-4172-A54E-4EB227F74D10}" dt="2023-02-20T22:56:25.853" v="882" actId="478"/>
          <ac:grpSpMkLst>
            <pc:docMk/>
            <pc:sldMk cId="4154754362" sldId="320"/>
            <ac:grpSpMk id="2" creationId="{63462CB3-AF64-C4FA-5C32-228E34F2DA48}"/>
          </ac:grpSpMkLst>
        </pc:grpChg>
        <pc:grpChg chg="add del mod">
          <ac:chgData name="Juan Alejandro Peña Palacio" userId="9bc1ebb5-3bea-4794-be41-2d309de71ac8" providerId="ADAL" clId="{6EF1E93B-6945-4172-A54E-4EB227F74D10}" dt="2023-02-20T12:51:43.835" v="27"/>
          <ac:grpSpMkLst>
            <pc:docMk/>
            <pc:sldMk cId="4154754362" sldId="320"/>
            <ac:grpSpMk id="5" creationId="{4DBEE917-36E0-2483-1003-C4C2CE82A3C8}"/>
          </ac:grpSpMkLst>
        </pc:grpChg>
        <pc:grpChg chg="mod">
          <ac:chgData name="Juan Alejandro Peña Palacio" userId="9bc1ebb5-3bea-4794-be41-2d309de71ac8" providerId="ADAL" clId="{6EF1E93B-6945-4172-A54E-4EB227F74D10}" dt="2023-02-20T12:51:41.687" v="26"/>
          <ac:grpSpMkLst>
            <pc:docMk/>
            <pc:sldMk cId="4154754362" sldId="320"/>
            <ac:grpSpMk id="7" creationId="{36F6B506-2D6C-58A2-242B-6991AEAF207E}"/>
          </ac:grpSpMkLst>
        </pc:grpChg>
        <pc:grpChg chg="add del mod">
          <ac:chgData name="Juan Alejandro Peña Palacio" userId="9bc1ebb5-3bea-4794-be41-2d309de71ac8" providerId="ADAL" clId="{6EF1E93B-6945-4172-A54E-4EB227F74D10}" dt="2023-02-20T15:17:54.728" v="115" actId="21"/>
          <ac:grpSpMkLst>
            <pc:docMk/>
            <pc:sldMk cId="4154754362" sldId="320"/>
            <ac:grpSpMk id="7" creationId="{AA47D57C-55E8-30BA-A70E-EA930DAC2353}"/>
          </ac:grpSpMkLst>
        </pc:grpChg>
        <pc:grpChg chg="add mod">
          <ac:chgData name="Juan Alejandro Peña Palacio" userId="9bc1ebb5-3bea-4794-be41-2d309de71ac8" providerId="ADAL" clId="{6EF1E93B-6945-4172-A54E-4EB227F74D10}" dt="2023-02-20T22:56:48.732" v="888"/>
          <ac:grpSpMkLst>
            <pc:docMk/>
            <pc:sldMk cId="4154754362" sldId="320"/>
            <ac:grpSpMk id="14" creationId="{F9508AE0-CCC5-44E1-5672-332E9EC4B2AA}"/>
          </ac:grpSpMkLst>
        </pc:grpChg>
        <pc:grpChg chg="del">
          <ac:chgData name="Juan Alejandro Peña Palacio" userId="9bc1ebb5-3bea-4794-be41-2d309de71ac8" providerId="ADAL" clId="{6EF1E93B-6945-4172-A54E-4EB227F74D10}" dt="2023-02-20T12:50:01.916" v="11" actId="478"/>
          <ac:grpSpMkLst>
            <pc:docMk/>
            <pc:sldMk cId="4154754362" sldId="320"/>
            <ac:grpSpMk id="16" creationId="{00000000-0000-0000-0000-000000000000}"/>
          </ac:grpSpMkLst>
        </pc:grpChg>
        <pc:picChg chg="del mod topLvl">
          <ac:chgData name="Juan Alejandro Peña Palacio" userId="9bc1ebb5-3bea-4794-be41-2d309de71ac8" providerId="ADAL" clId="{6EF1E93B-6945-4172-A54E-4EB227F74D10}" dt="2023-02-20T22:56:27.406" v="884" actId="478"/>
          <ac:picMkLst>
            <pc:docMk/>
            <pc:sldMk cId="4154754362" sldId="320"/>
            <ac:picMk id="4" creationId="{3EA6302C-66F6-95FE-6F57-00AEEA8B445A}"/>
          </ac:picMkLst>
        </pc:picChg>
        <pc:picChg chg="mod">
          <ac:chgData name="Juan Alejandro Peña Palacio" userId="9bc1ebb5-3bea-4794-be41-2d309de71ac8" providerId="ADAL" clId="{6EF1E93B-6945-4172-A54E-4EB227F74D10}" dt="2023-02-20T15:17:38.222" v="111"/>
          <ac:picMkLst>
            <pc:docMk/>
            <pc:sldMk cId="4154754362" sldId="320"/>
            <ac:picMk id="8" creationId="{B2A5D006-415D-0889-CAB7-A43E1E62420C}"/>
          </ac:picMkLst>
        </pc:picChg>
        <pc:picChg chg="mod">
          <ac:chgData name="Juan Alejandro Peña Palacio" userId="9bc1ebb5-3bea-4794-be41-2d309de71ac8" providerId="ADAL" clId="{6EF1E93B-6945-4172-A54E-4EB227F74D10}" dt="2023-02-20T12:51:41.687" v="26"/>
          <ac:picMkLst>
            <pc:docMk/>
            <pc:sldMk cId="4154754362" sldId="320"/>
            <ac:picMk id="10" creationId="{839E4360-12F1-7E57-DEC8-27CAE805DBB7}"/>
          </ac:picMkLst>
        </pc:picChg>
        <pc:picChg chg="add del mod">
          <ac:chgData name="Juan Alejandro Peña Palacio" userId="9bc1ebb5-3bea-4794-be41-2d309de71ac8" providerId="ADAL" clId="{6EF1E93B-6945-4172-A54E-4EB227F74D10}" dt="2023-02-20T12:57:09.702" v="58" actId="478"/>
          <ac:picMkLst>
            <pc:docMk/>
            <pc:sldMk cId="4154754362" sldId="320"/>
            <ac:picMk id="12" creationId="{36EAC34C-34E1-665C-5A64-6E4053FD7913}"/>
          </ac:picMkLst>
        </pc:picChg>
        <pc:picChg chg="add mod">
          <ac:chgData name="Juan Alejandro Peña Palacio" userId="9bc1ebb5-3bea-4794-be41-2d309de71ac8" providerId="ADAL" clId="{6EF1E93B-6945-4172-A54E-4EB227F74D10}" dt="2023-02-20T22:54:16.403" v="663" actId="14100"/>
          <ac:picMkLst>
            <pc:docMk/>
            <pc:sldMk cId="4154754362" sldId="320"/>
            <ac:picMk id="12" creationId="{97318846-AF02-9F84-F0F1-229616B4FA97}"/>
          </ac:picMkLst>
        </pc:picChg>
        <pc:picChg chg="mod">
          <ac:chgData name="Juan Alejandro Peña Palacio" userId="9bc1ebb5-3bea-4794-be41-2d309de71ac8" providerId="ADAL" clId="{6EF1E93B-6945-4172-A54E-4EB227F74D10}" dt="2023-02-20T22:56:48.732" v="888"/>
          <ac:picMkLst>
            <pc:docMk/>
            <pc:sldMk cId="4154754362" sldId="320"/>
            <ac:picMk id="16" creationId="{12B2F840-E2EA-F08E-47E8-626664165256}"/>
          </ac:picMkLst>
        </pc:picChg>
      </pc:sldChg>
      <pc:sldChg chg="del">
        <pc:chgData name="Juan Alejandro Peña Palacio" userId="9bc1ebb5-3bea-4794-be41-2d309de71ac8" providerId="ADAL" clId="{6EF1E93B-6945-4172-A54E-4EB227F74D10}" dt="2023-02-20T12:49:02.557" v="2" actId="47"/>
        <pc:sldMkLst>
          <pc:docMk/>
          <pc:sldMk cId="2197136849" sldId="382"/>
        </pc:sldMkLst>
      </pc:sldChg>
      <pc:sldChg chg="addSp delSp modSp add mod ord delAnim modAnim">
        <pc:chgData name="Juan Alejandro Peña Palacio" userId="9bc1ebb5-3bea-4794-be41-2d309de71ac8" providerId="ADAL" clId="{6EF1E93B-6945-4172-A54E-4EB227F74D10}" dt="2023-02-21T12:00:39.614" v="946" actId="20577"/>
        <pc:sldMkLst>
          <pc:docMk/>
          <pc:sldMk cId="594041004" sldId="411"/>
        </pc:sldMkLst>
        <pc:spChg chg="del mod topLvl">
          <ac:chgData name="Juan Alejandro Peña Palacio" userId="9bc1ebb5-3bea-4794-be41-2d309de71ac8" providerId="ADAL" clId="{6EF1E93B-6945-4172-A54E-4EB227F74D10}" dt="2023-02-20T15:17:30.537" v="108" actId="21"/>
          <ac:spMkLst>
            <pc:docMk/>
            <pc:sldMk cId="594041004" sldId="411"/>
            <ac:spMk id="2" creationId="{00000000-0000-0000-0000-000000000000}"/>
          </ac:spMkLst>
        </pc:spChg>
        <pc:spChg chg="mod">
          <ac:chgData name="Juan Alejandro Peña Palacio" userId="9bc1ebb5-3bea-4794-be41-2d309de71ac8" providerId="ADAL" clId="{6EF1E93B-6945-4172-A54E-4EB227F74D10}" dt="2023-02-20T12:56:49.917" v="54" actId="1076"/>
          <ac:spMkLst>
            <pc:docMk/>
            <pc:sldMk cId="594041004" sldId="411"/>
            <ac:spMk id="3" creationId="{00000000-0000-0000-0000-000000000000}"/>
          </ac:spMkLst>
        </pc:spChg>
        <pc:spChg chg="add del mod">
          <ac:chgData name="Juan Alejandro Peña Palacio" userId="9bc1ebb5-3bea-4794-be41-2d309de71ac8" providerId="ADAL" clId="{6EF1E93B-6945-4172-A54E-4EB227F74D10}" dt="2023-02-20T15:17:30.537" v="108" actId="21"/>
          <ac:spMkLst>
            <pc:docMk/>
            <pc:sldMk cId="594041004" sldId="411"/>
            <ac:spMk id="6" creationId="{09B62698-A2A7-9D35-B23D-6F57F6616FC7}"/>
          </ac:spMkLst>
        </pc:spChg>
        <pc:spChg chg="mod">
          <ac:chgData name="Juan Alejandro Peña Palacio" userId="9bc1ebb5-3bea-4794-be41-2d309de71ac8" providerId="ADAL" clId="{6EF1E93B-6945-4172-A54E-4EB227F74D10}" dt="2023-02-20T22:56:13.350" v="881" actId="20577"/>
          <ac:spMkLst>
            <pc:docMk/>
            <pc:sldMk cId="594041004" sldId="411"/>
            <ac:spMk id="8" creationId="{DF1B19B6-EC6B-CA34-FA01-AC9F64BFED9D}"/>
          </ac:spMkLst>
        </pc:spChg>
        <pc:spChg chg="del">
          <ac:chgData name="Juan Alejandro Peña Palacio" userId="9bc1ebb5-3bea-4794-be41-2d309de71ac8" providerId="ADAL" clId="{6EF1E93B-6945-4172-A54E-4EB227F74D10}" dt="2023-02-20T15:17:44.056" v="112" actId="21"/>
          <ac:spMkLst>
            <pc:docMk/>
            <pc:sldMk cId="594041004" sldId="411"/>
            <ac:spMk id="11" creationId="{00000000-0000-0000-0000-000000000000}"/>
          </ac:spMkLst>
        </pc:spChg>
        <pc:spChg chg="mod">
          <ac:chgData name="Juan Alejandro Peña Palacio" userId="9bc1ebb5-3bea-4794-be41-2d309de71ac8" providerId="ADAL" clId="{6EF1E93B-6945-4172-A54E-4EB227F74D10}" dt="2023-02-20T15:18:50.961" v="151" actId="1076"/>
          <ac:spMkLst>
            <pc:docMk/>
            <pc:sldMk cId="594041004" sldId="411"/>
            <ac:spMk id="12" creationId="{B3BB3D3F-FFF3-71AA-7282-53E069A99928}"/>
          </ac:spMkLst>
        </pc:spChg>
        <pc:spChg chg="mod">
          <ac:chgData name="Juan Alejandro Peña Palacio" userId="9bc1ebb5-3bea-4794-be41-2d309de71ac8" providerId="ADAL" clId="{6EF1E93B-6945-4172-A54E-4EB227F74D10}" dt="2023-02-20T22:53:30.204" v="655" actId="20577"/>
          <ac:spMkLst>
            <pc:docMk/>
            <pc:sldMk cId="594041004" sldId="411"/>
            <ac:spMk id="3074" creationId="{00000000-0000-0000-0000-000000000000}"/>
          </ac:spMkLst>
        </pc:spChg>
        <pc:spChg chg="mod">
          <ac:chgData name="Juan Alejandro Peña Palacio" userId="9bc1ebb5-3bea-4794-be41-2d309de71ac8" providerId="ADAL" clId="{6EF1E93B-6945-4172-A54E-4EB227F74D10}" dt="2023-02-21T12:00:39.614" v="946" actId="20577"/>
          <ac:spMkLst>
            <pc:docMk/>
            <pc:sldMk cId="594041004" sldId="411"/>
            <ac:spMk id="4100" creationId="{00000000-0000-0000-0000-000000000000}"/>
          </ac:spMkLst>
        </pc:spChg>
        <pc:grpChg chg="del mod topLvl">
          <ac:chgData name="Juan Alejandro Peña Palacio" userId="9bc1ebb5-3bea-4794-be41-2d309de71ac8" providerId="ADAL" clId="{6EF1E93B-6945-4172-A54E-4EB227F74D10}" dt="2023-02-20T15:17:35.143" v="110" actId="21"/>
          <ac:grpSpMkLst>
            <pc:docMk/>
            <pc:sldMk cId="594041004" sldId="411"/>
            <ac:grpSpMk id="4" creationId="{00000000-0000-0000-0000-000000000000}"/>
          </ac:grpSpMkLst>
        </pc:grpChg>
        <pc:grpChg chg="del mod">
          <ac:chgData name="Juan Alejandro Peña Palacio" userId="9bc1ebb5-3bea-4794-be41-2d309de71ac8" providerId="ADAL" clId="{6EF1E93B-6945-4172-A54E-4EB227F74D10}" dt="2023-02-20T12:53:00.894" v="41" actId="165"/>
          <ac:grpSpMkLst>
            <pc:docMk/>
            <pc:sldMk cId="594041004" sldId="411"/>
            <ac:grpSpMk id="5" creationId="{00000000-0000-0000-0000-000000000000}"/>
          </ac:grpSpMkLst>
        </pc:grpChg>
        <pc:grpChg chg="add mod">
          <ac:chgData name="Juan Alejandro Peña Palacio" userId="9bc1ebb5-3bea-4794-be41-2d309de71ac8" providerId="ADAL" clId="{6EF1E93B-6945-4172-A54E-4EB227F74D10}" dt="2023-02-20T15:17:59.740" v="117" actId="1076"/>
          <ac:grpSpMkLst>
            <pc:docMk/>
            <pc:sldMk cId="594041004" sldId="411"/>
            <ac:grpSpMk id="5" creationId="{1A8C0AD3-D016-9104-339D-1911E64D888E}"/>
          </ac:grpSpMkLst>
        </pc:grpChg>
        <pc:grpChg chg="add del mod">
          <ac:chgData name="Juan Alejandro Peña Palacio" userId="9bc1ebb5-3bea-4794-be41-2d309de71ac8" providerId="ADAL" clId="{6EF1E93B-6945-4172-A54E-4EB227F74D10}" dt="2023-02-20T22:56:45.360" v="887" actId="478"/>
          <ac:grpSpMkLst>
            <pc:docMk/>
            <pc:sldMk cId="594041004" sldId="411"/>
            <ac:grpSpMk id="7" creationId="{237D6C7B-34A1-1E04-7D0D-DF4FCEB5B199}"/>
          </ac:grpSpMkLst>
        </pc:grpChg>
        <pc:grpChg chg="del">
          <ac:chgData name="Juan Alejandro Peña Palacio" userId="9bc1ebb5-3bea-4794-be41-2d309de71ac8" providerId="ADAL" clId="{6EF1E93B-6945-4172-A54E-4EB227F74D10}" dt="2023-02-20T12:57:22.757" v="60" actId="478"/>
          <ac:grpSpMkLst>
            <pc:docMk/>
            <pc:sldMk cId="594041004" sldId="411"/>
            <ac:grpSpMk id="15" creationId="{00000000-0000-0000-0000-000000000000}"/>
          </ac:grpSpMkLst>
        </pc:grpChg>
        <pc:picChg chg="mod">
          <ac:chgData name="Juan Alejandro Peña Palacio" userId="9bc1ebb5-3bea-4794-be41-2d309de71ac8" providerId="ADAL" clId="{6EF1E93B-6945-4172-A54E-4EB227F74D10}" dt="2023-02-20T12:57:23.816" v="61"/>
          <ac:picMkLst>
            <pc:docMk/>
            <pc:sldMk cId="594041004" sldId="411"/>
            <ac:picMk id="9" creationId="{7DBFD1E6-1758-FA13-54CF-062F11639E58}"/>
          </ac:picMkLst>
        </pc:picChg>
        <pc:picChg chg="mod">
          <ac:chgData name="Juan Alejandro Peña Palacio" userId="9bc1ebb5-3bea-4794-be41-2d309de71ac8" providerId="ADAL" clId="{6EF1E93B-6945-4172-A54E-4EB227F74D10}" dt="2023-02-20T15:18:47.321" v="150" actId="14100"/>
          <ac:picMkLst>
            <pc:docMk/>
            <pc:sldMk cId="594041004" sldId="411"/>
            <ac:picMk id="10" creationId="{FC7B5956-6705-DDFB-631F-06E30E295C58}"/>
          </ac:picMkLst>
        </pc:picChg>
        <pc:picChg chg="mod">
          <ac:chgData name="Juan Alejandro Peña Palacio" userId="9bc1ebb5-3bea-4794-be41-2d309de71ac8" providerId="ADAL" clId="{6EF1E93B-6945-4172-A54E-4EB227F74D10}" dt="2023-02-20T12:56:49.917" v="54" actId="1076"/>
          <ac:picMkLst>
            <pc:docMk/>
            <pc:sldMk cId="594041004" sldId="411"/>
            <ac:picMk id="1026" creationId="{00000000-0000-0000-0000-000000000000}"/>
          </ac:picMkLst>
        </pc:picChg>
      </pc:sldChg>
      <pc:sldChg chg="del">
        <pc:chgData name="Juan Alejandro Peña Palacio" userId="9bc1ebb5-3bea-4794-be41-2d309de71ac8" providerId="ADAL" clId="{6EF1E93B-6945-4172-A54E-4EB227F74D10}" dt="2023-02-20T12:57:12.377" v="59" actId="47"/>
        <pc:sldMkLst>
          <pc:docMk/>
          <pc:sldMk cId="4120075182" sldId="843"/>
        </pc:sldMkLst>
      </pc:sldChg>
      <pc:sldChg chg="del">
        <pc:chgData name="Juan Alejandro Peña Palacio" userId="9bc1ebb5-3bea-4794-be41-2d309de71ac8" providerId="ADAL" clId="{6EF1E93B-6945-4172-A54E-4EB227F74D10}" dt="2023-02-20T12:49:05.928" v="3" actId="47"/>
        <pc:sldMkLst>
          <pc:docMk/>
          <pc:sldMk cId="1802566827" sldId="880"/>
        </pc:sldMkLst>
      </pc:sldChg>
      <pc:sldChg chg="modSp mod">
        <pc:chgData name="Juan Alejandro Peña Palacio" userId="9bc1ebb5-3bea-4794-be41-2d309de71ac8" providerId="ADAL" clId="{6EF1E93B-6945-4172-A54E-4EB227F74D10}" dt="2023-02-21T11:56:18.179" v="945" actId="20577"/>
        <pc:sldMkLst>
          <pc:docMk/>
          <pc:sldMk cId="509293575" sldId="882"/>
        </pc:sldMkLst>
        <pc:spChg chg="mod">
          <ac:chgData name="Juan Alejandro Peña Palacio" userId="9bc1ebb5-3bea-4794-be41-2d309de71ac8" providerId="ADAL" clId="{6EF1E93B-6945-4172-A54E-4EB227F74D10}" dt="2023-02-21T11:56:18.179" v="945" actId="20577"/>
          <ac:spMkLst>
            <pc:docMk/>
            <pc:sldMk cId="509293575" sldId="882"/>
            <ac:spMk id="15" creationId="{79DC4192-C8E0-4E1C-A7A2-C022F794C202}"/>
          </ac:spMkLst>
        </pc:spChg>
      </pc:sldChg>
      <pc:sldChg chg="delSp modSp add del mod delAnim">
        <pc:chgData name="Juan Alejandro Peña Palacio" userId="9bc1ebb5-3bea-4794-be41-2d309de71ac8" providerId="ADAL" clId="{6EF1E93B-6945-4172-A54E-4EB227F74D10}" dt="2023-02-20T15:28:38.083" v="625" actId="47"/>
        <pc:sldMkLst>
          <pc:docMk/>
          <pc:sldMk cId="625516152" sldId="883"/>
        </pc:sldMkLst>
        <pc:spChg chg="del">
          <ac:chgData name="Juan Alejandro Peña Palacio" userId="9bc1ebb5-3bea-4794-be41-2d309de71ac8" providerId="ADAL" clId="{6EF1E93B-6945-4172-A54E-4EB227F74D10}" dt="2023-02-20T15:27:25.513" v="608" actId="478"/>
          <ac:spMkLst>
            <pc:docMk/>
            <pc:sldMk cId="625516152" sldId="883"/>
            <ac:spMk id="5" creationId="{B89831B4-4879-155C-245D-43BB3EBC0EDE}"/>
          </ac:spMkLst>
        </pc:spChg>
        <pc:spChg chg="del">
          <ac:chgData name="Juan Alejandro Peña Palacio" userId="9bc1ebb5-3bea-4794-be41-2d309de71ac8" providerId="ADAL" clId="{6EF1E93B-6945-4172-A54E-4EB227F74D10}" dt="2023-02-20T15:27:26.844" v="609" actId="478"/>
          <ac:spMkLst>
            <pc:docMk/>
            <pc:sldMk cId="625516152" sldId="883"/>
            <ac:spMk id="6" creationId="{D5D1A15B-2EE8-0EB1-FE6F-EFAAD1C9BD13}"/>
          </ac:spMkLst>
        </pc:spChg>
        <pc:spChg chg="del mod">
          <ac:chgData name="Juan Alejandro Peña Palacio" userId="9bc1ebb5-3bea-4794-be41-2d309de71ac8" providerId="ADAL" clId="{6EF1E93B-6945-4172-A54E-4EB227F74D10}" dt="2023-02-20T15:28:15.954" v="622" actId="21"/>
          <ac:spMkLst>
            <pc:docMk/>
            <pc:sldMk cId="625516152" sldId="883"/>
            <ac:spMk id="10" creationId="{B9F1024D-BE8A-D868-35AD-03BB39081630}"/>
          </ac:spMkLst>
        </pc:spChg>
        <pc:spChg chg="del mod">
          <ac:chgData name="Juan Alejandro Peña Palacio" userId="9bc1ebb5-3bea-4794-be41-2d309de71ac8" providerId="ADAL" clId="{6EF1E93B-6945-4172-A54E-4EB227F74D10}" dt="2023-02-20T15:27:29.858" v="610" actId="478"/>
          <ac:spMkLst>
            <pc:docMk/>
            <pc:sldMk cId="625516152" sldId="883"/>
            <ac:spMk id="13" creationId="{00000000-0000-0000-0000-000000000000}"/>
          </ac:spMkLst>
        </pc:spChg>
      </pc:sldChg>
      <pc:sldChg chg="addSp delSp modSp add mod delAnim">
        <pc:chgData name="Juan Alejandro Peña Palacio" userId="9bc1ebb5-3bea-4794-be41-2d309de71ac8" providerId="ADAL" clId="{6EF1E93B-6945-4172-A54E-4EB227F74D10}" dt="2023-02-20T22:56:50.882" v="889"/>
        <pc:sldMkLst>
          <pc:docMk/>
          <pc:sldMk cId="3543966294" sldId="883"/>
        </pc:sldMkLst>
        <pc:spChg chg="del">
          <ac:chgData name="Juan Alejandro Peña Palacio" userId="9bc1ebb5-3bea-4794-be41-2d309de71ac8" providerId="ADAL" clId="{6EF1E93B-6945-4172-A54E-4EB227F74D10}" dt="2023-02-20T22:54:29.698" v="665" actId="478"/>
          <ac:spMkLst>
            <pc:docMk/>
            <pc:sldMk cId="3543966294" sldId="883"/>
            <ac:spMk id="6" creationId="{D5D1A15B-2EE8-0EB1-FE6F-EFAAD1C9BD13}"/>
          </ac:spMkLst>
        </pc:spChg>
        <pc:spChg chg="mod">
          <ac:chgData name="Juan Alejandro Peña Palacio" userId="9bc1ebb5-3bea-4794-be41-2d309de71ac8" providerId="ADAL" clId="{6EF1E93B-6945-4172-A54E-4EB227F74D10}" dt="2023-02-20T22:56:50.882" v="889"/>
          <ac:spMkLst>
            <pc:docMk/>
            <pc:sldMk cId="3543966294" sldId="883"/>
            <ac:spMk id="9" creationId="{5CD43C98-D11E-9CCF-A8FC-19B25B11F50D}"/>
          </ac:spMkLst>
        </pc:spChg>
        <pc:spChg chg="del">
          <ac:chgData name="Juan Alejandro Peña Palacio" userId="9bc1ebb5-3bea-4794-be41-2d309de71ac8" providerId="ADAL" clId="{6EF1E93B-6945-4172-A54E-4EB227F74D10}" dt="2023-02-20T22:54:23.117" v="664" actId="478"/>
          <ac:spMkLst>
            <pc:docMk/>
            <pc:sldMk cId="3543966294" sldId="883"/>
            <ac:spMk id="13" creationId="{00000000-0000-0000-0000-000000000000}"/>
          </ac:spMkLst>
        </pc:spChg>
        <pc:grpChg chg="del">
          <ac:chgData name="Juan Alejandro Peña Palacio" userId="9bc1ebb5-3bea-4794-be41-2d309de71ac8" providerId="ADAL" clId="{6EF1E93B-6945-4172-A54E-4EB227F74D10}" dt="2023-02-20T22:56:34.447" v="885" actId="478"/>
          <ac:grpSpMkLst>
            <pc:docMk/>
            <pc:sldMk cId="3543966294" sldId="883"/>
            <ac:grpSpMk id="2" creationId="{63462CB3-AF64-C4FA-5C32-228E34F2DA48}"/>
          </ac:grpSpMkLst>
        </pc:grpChg>
        <pc:grpChg chg="add mod">
          <ac:chgData name="Juan Alejandro Peña Palacio" userId="9bc1ebb5-3bea-4794-be41-2d309de71ac8" providerId="ADAL" clId="{6EF1E93B-6945-4172-A54E-4EB227F74D10}" dt="2023-02-20T22:56:50.882" v="889"/>
          <ac:grpSpMkLst>
            <pc:docMk/>
            <pc:sldMk cId="3543966294" sldId="883"/>
            <ac:grpSpMk id="8" creationId="{2E6FBE57-BCB8-F7EF-1D8D-48B4966596E0}"/>
          </ac:grpSpMkLst>
        </pc:grpChg>
        <pc:picChg chg="add mod">
          <ac:chgData name="Juan Alejandro Peña Palacio" userId="9bc1ebb5-3bea-4794-be41-2d309de71ac8" providerId="ADAL" clId="{6EF1E93B-6945-4172-A54E-4EB227F74D10}" dt="2023-02-20T22:54:53.305" v="667" actId="1076"/>
          <ac:picMkLst>
            <pc:docMk/>
            <pc:sldMk cId="3543966294" sldId="883"/>
            <ac:picMk id="7" creationId="{965CB692-2231-D863-B361-1A520D8B2207}"/>
          </ac:picMkLst>
        </pc:picChg>
        <pc:picChg chg="mod">
          <ac:chgData name="Juan Alejandro Peña Palacio" userId="9bc1ebb5-3bea-4794-be41-2d309de71ac8" providerId="ADAL" clId="{6EF1E93B-6945-4172-A54E-4EB227F74D10}" dt="2023-02-20T22:56:50.882" v="889"/>
          <ac:picMkLst>
            <pc:docMk/>
            <pc:sldMk cId="3543966294" sldId="883"/>
            <ac:picMk id="10" creationId="{D3D14163-3DB1-5872-0C9B-C737F4237D73}"/>
          </ac:picMkLst>
        </pc:picChg>
      </pc:sldChg>
      <pc:sldChg chg="del">
        <pc:chgData name="Juan Alejandro Peña Palacio" userId="9bc1ebb5-3bea-4794-be41-2d309de71ac8" providerId="ADAL" clId="{6EF1E93B-6945-4172-A54E-4EB227F74D10}" dt="2023-02-20T12:49:07.184" v="4" actId="47"/>
        <pc:sldMkLst>
          <pc:docMk/>
          <pc:sldMk cId="4179374033" sldId="883"/>
        </pc:sldMkLst>
      </pc:sldChg>
      <pc:sldMasterChg chg="del delSldLayout">
        <pc:chgData name="Juan Alejandro Peña Palacio" userId="9bc1ebb5-3bea-4794-be41-2d309de71ac8" providerId="ADAL" clId="{6EF1E93B-6945-4172-A54E-4EB227F74D10}" dt="2023-02-20T12:57:12.377" v="59" actId="47"/>
        <pc:sldMasterMkLst>
          <pc:docMk/>
          <pc:sldMasterMk cId="1976258905" sldId="2147483648"/>
        </pc:sldMasterMkLst>
        <pc:sldLayoutChg chg="del">
          <pc:chgData name="Juan Alejandro Peña Palacio" userId="9bc1ebb5-3bea-4794-be41-2d309de71ac8" providerId="ADAL" clId="{6EF1E93B-6945-4172-A54E-4EB227F74D10}" dt="2023-02-20T12:57:12.377" v="59" actId="47"/>
          <pc:sldLayoutMkLst>
            <pc:docMk/>
            <pc:sldMasterMk cId="1976258905" sldId="2147483648"/>
            <pc:sldLayoutMk cId="2390031913" sldId="2147483649"/>
          </pc:sldLayoutMkLst>
        </pc:sldLayoutChg>
        <pc:sldLayoutChg chg="del">
          <pc:chgData name="Juan Alejandro Peña Palacio" userId="9bc1ebb5-3bea-4794-be41-2d309de71ac8" providerId="ADAL" clId="{6EF1E93B-6945-4172-A54E-4EB227F74D10}" dt="2023-02-20T12:57:12.377" v="59" actId="47"/>
          <pc:sldLayoutMkLst>
            <pc:docMk/>
            <pc:sldMasterMk cId="1976258905" sldId="2147483648"/>
            <pc:sldLayoutMk cId="414822733" sldId="2147483650"/>
          </pc:sldLayoutMkLst>
        </pc:sldLayoutChg>
        <pc:sldLayoutChg chg="del">
          <pc:chgData name="Juan Alejandro Peña Palacio" userId="9bc1ebb5-3bea-4794-be41-2d309de71ac8" providerId="ADAL" clId="{6EF1E93B-6945-4172-A54E-4EB227F74D10}" dt="2023-02-20T12:57:12.377" v="59" actId="47"/>
          <pc:sldLayoutMkLst>
            <pc:docMk/>
            <pc:sldMasterMk cId="1976258905" sldId="2147483648"/>
            <pc:sldLayoutMk cId="834017708" sldId="2147483651"/>
          </pc:sldLayoutMkLst>
        </pc:sldLayoutChg>
        <pc:sldLayoutChg chg="del">
          <pc:chgData name="Juan Alejandro Peña Palacio" userId="9bc1ebb5-3bea-4794-be41-2d309de71ac8" providerId="ADAL" clId="{6EF1E93B-6945-4172-A54E-4EB227F74D10}" dt="2023-02-20T12:57:12.377" v="59" actId="47"/>
          <pc:sldLayoutMkLst>
            <pc:docMk/>
            <pc:sldMasterMk cId="1976258905" sldId="2147483648"/>
            <pc:sldLayoutMk cId="1241325315" sldId="2147483652"/>
          </pc:sldLayoutMkLst>
        </pc:sldLayoutChg>
        <pc:sldLayoutChg chg="del">
          <pc:chgData name="Juan Alejandro Peña Palacio" userId="9bc1ebb5-3bea-4794-be41-2d309de71ac8" providerId="ADAL" clId="{6EF1E93B-6945-4172-A54E-4EB227F74D10}" dt="2023-02-20T12:57:12.377" v="59" actId="47"/>
          <pc:sldLayoutMkLst>
            <pc:docMk/>
            <pc:sldMasterMk cId="1976258905" sldId="2147483648"/>
            <pc:sldLayoutMk cId="260731713" sldId="2147483653"/>
          </pc:sldLayoutMkLst>
        </pc:sldLayoutChg>
        <pc:sldLayoutChg chg="del">
          <pc:chgData name="Juan Alejandro Peña Palacio" userId="9bc1ebb5-3bea-4794-be41-2d309de71ac8" providerId="ADAL" clId="{6EF1E93B-6945-4172-A54E-4EB227F74D10}" dt="2023-02-20T12:57:12.377" v="59" actId="47"/>
          <pc:sldLayoutMkLst>
            <pc:docMk/>
            <pc:sldMasterMk cId="1976258905" sldId="2147483648"/>
            <pc:sldLayoutMk cId="2384749047" sldId="2147483654"/>
          </pc:sldLayoutMkLst>
        </pc:sldLayoutChg>
        <pc:sldLayoutChg chg="del">
          <pc:chgData name="Juan Alejandro Peña Palacio" userId="9bc1ebb5-3bea-4794-be41-2d309de71ac8" providerId="ADAL" clId="{6EF1E93B-6945-4172-A54E-4EB227F74D10}" dt="2023-02-20T12:57:12.377" v="59" actId="47"/>
          <pc:sldLayoutMkLst>
            <pc:docMk/>
            <pc:sldMasterMk cId="1976258905" sldId="2147483648"/>
            <pc:sldLayoutMk cId="2053289235" sldId="2147483655"/>
          </pc:sldLayoutMkLst>
        </pc:sldLayoutChg>
        <pc:sldLayoutChg chg="del">
          <pc:chgData name="Juan Alejandro Peña Palacio" userId="9bc1ebb5-3bea-4794-be41-2d309de71ac8" providerId="ADAL" clId="{6EF1E93B-6945-4172-A54E-4EB227F74D10}" dt="2023-02-20T12:57:12.377" v="59" actId="47"/>
          <pc:sldLayoutMkLst>
            <pc:docMk/>
            <pc:sldMasterMk cId="1976258905" sldId="2147483648"/>
            <pc:sldLayoutMk cId="3057750653" sldId="2147483656"/>
          </pc:sldLayoutMkLst>
        </pc:sldLayoutChg>
        <pc:sldLayoutChg chg="del">
          <pc:chgData name="Juan Alejandro Peña Palacio" userId="9bc1ebb5-3bea-4794-be41-2d309de71ac8" providerId="ADAL" clId="{6EF1E93B-6945-4172-A54E-4EB227F74D10}" dt="2023-02-20T12:57:12.377" v="59" actId="47"/>
          <pc:sldLayoutMkLst>
            <pc:docMk/>
            <pc:sldMasterMk cId="1976258905" sldId="2147483648"/>
            <pc:sldLayoutMk cId="1961599237" sldId="2147483657"/>
          </pc:sldLayoutMkLst>
        </pc:sldLayoutChg>
        <pc:sldLayoutChg chg="del">
          <pc:chgData name="Juan Alejandro Peña Palacio" userId="9bc1ebb5-3bea-4794-be41-2d309de71ac8" providerId="ADAL" clId="{6EF1E93B-6945-4172-A54E-4EB227F74D10}" dt="2023-02-20T12:57:12.377" v="59" actId="47"/>
          <pc:sldLayoutMkLst>
            <pc:docMk/>
            <pc:sldMasterMk cId="1976258905" sldId="2147483648"/>
            <pc:sldLayoutMk cId="2934541972" sldId="2147483658"/>
          </pc:sldLayoutMkLst>
        </pc:sldLayoutChg>
        <pc:sldLayoutChg chg="del">
          <pc:chgData name="Juan Alejandro Peña Palacio" userId="9bc1ebb5-3bea-4794-be41-2d309de71ac8" providerId="ADAL" clId="{6EF1E93B-6945-4172-A54E-4EB227F74D10}" dt="2023-02-20T12:57:12.377" v="59" actId="47"/>
          <pc:sldLayoutMkLst>
            <pc:docMk/>
            <pc:sldMasterMk cId="1976258905" sldId="2147483648"/>
            <pc:sldLayoutMk cId="3583952328" sldId="2147483659"/>
          </pc:sldLayoutMkLst>
        </pc:sldLayoutChg>
      </pc:sldMasterChg>
    </pc:docChg>
  </pc:docChgLst>
  <pc:docChgLst>
    <pc:chgData name="Juan Alejandro Peña Palacio" userId="9bc1ebb5-3bea-4794-be41-2d309de71ac8" providerId="ADAL" clId="{92B865DE-D5A0-4780-8B47-E19C1830EA00}"/>
    <pc:docChg chg="custSel addSld delSld modSld">
      <pc:chgData name="Juan Alejandro Peña Palacio" userId="9bc1ebb5-3bea-4794-be41-2d309de71ac8" providerId="ADAL" clId="{92B865DE-D5A0-4780-8B47-E19C1830EA00}" dt="2023-03-08T12:29:27.859" v="2364" actId="20577"/>
      <pc:docMkLst>
        <pc:docMk/>
      </pc:docMkLst>
      <pc:sldChg chg="del">
        <pc:chgData name="Juan Alejandro Peña Palacio" userId="9bc1ebb5-3bea-4794-be41-2d309de71ac8" providerId="ADAL" clId="{92B865DE-D5A0-4780-8B47-E19C1830EA00}" dt="2023-03-08T00:38:07.639" v="146" actId="47"/>
        <pc:sldMkLst>
          <pc:docMk/>
          <pc:sldMk cId="4154754362" sldId="320"/>
        </pc:sldMkLst>
      </pc:sldChg>
      <pc:sldChg chg="addSp delSp modSp mod modAnim">
        <pc:chgData name="Juan Alejandro Peña Palacio" userId="9bc1ebb5-3bea-4794-be41-2d309de71ac8" providerId="ADAL" clId="{92B865DE-D5A0-4780-8B47-E19C1830EA00}" dt="2023-03-08T10:14:27.285" v="2083" actId="1076"/>
        <pc:sldMkLst>
          <pc:docMk/>
          <pc:sldMk cId="594041004" sldId="411"/>
        </pc:sldMkLst>
        <pc:spChg chg="add del mod">
          <ac:chgData name="Juan Alejandro Peña Palacio" userId="9bc1ebb5-3bea-4794-be41-2d309de71ac8" providerId="ADAL" clId="{92B865DE-D5A0-4780-8B47-E19C1830EA00}" dt="2023-03-08T00:45:44.946" v="731" actId="478"/>
          <ac:spMkLst>
            <pc:docMk/>
            <pc:sldMk cId="594041004" sldId="411"/>
            <ac:spMk id="2" creationId="{60941000-014A-A3D6-99EC-51A63D64880E}"/>
          </ac:spMkLst>
        </pc:spChg>
        <pc:spChg chg="add mod">
          <ac:chgData name="Juan Alejandro Peña Palacio" userId="9bc1ebb5-3bea-4794-be41-2d309de71ac8" providerId="ADAL" clId="{92B865DE-D5A0-4780-8B47-E19C1830EA00}" dt="2023-03-08T00:45:12.103" v="730" actId="20577"/>
          <ac:spMkLst>
            <pc:docMk/>
            <pc:sldMk cId="594041004" sldId="411"/>
            <ac:spMk id="3" creationId="{35C42F6C-481E-6FF5-7D02-1C548FFDAB4E}"/>
          </ac:spMkLst>
        </pc:spChg>
        <pc:spChg chg="add del mod">
          <ac:chgData name="Juan Alejandro Peña Palacio" userId="9bc1ebb5-3bea-4794-be41-2d309de71ac8" providerId="ADAL" clId="{92B865DE-D5A0-4780-8B47-E19C1830EA00}" dt="2023-03-08T00:48:42.680" v="798" actId="21"/>
          <ac:spMkLst>
            <pc:docMk/>
            <pc:sldMk cId="594041004" sldId="411"/>
            <ac:spMk id="4" creationId="{3B020106-9492-07E5-6EF4-FBEA9EA453F1}"/>
          </ac:spMkLst>
        </pc:spChg>
        <pc:spChg chg="add mod">
          <ac:chgData name="Juan Alejandro Peña Palacio" userId="9bc1ebb5-3bea-4794-be41-2d309de71ac8" providerId="ADAL" clId="{92B865DE-D5A0-4780-8B47-E19C1830EA00}" dt="2023-03-08T00:58:09.055" v="1745" actId="1076"/>
          <ac:spMkLst>
            <pc:docMk/>
            <pc:sldMk cId="594041004" sldId="411"/>
            <ac:spMk id="6" creationId="{0702DA47-C52D-EACD-4C5A-D0EFD1459E13}"/>
          </ac:spMkLst>
        </pc:spChg>
        <pc:spChg chg="mod">
          <ac:chgData name="Juan Alejandro Peña Palacio" userId="9bc1ebb5-3bea-4794-be41-2d309de71ac8" providerId="ADAL" clId="{92B865DE-D5A0-4780-8B47-E19C1830EA00}" dt="2023-03-08T00:37:59.460" v="145" actId="20577"/>
          <ac:spMkLst>
            <pc:docMk/>
            <pc:sldMk cId="594041004" sldId="411"/>
            <ac:spMk id="8" creationId="{DF1B19B6-EC6B-CA34-FA01-AC9F64BFED9D}"/>
          </ac:spMkLst>
        </pc:spChg>
        <pc:spChg chg="add mod">
          <ac:chgData name="Juan Alejandro Peña Palacio" userId="9bc1ebb5-3bea-4794-be41-2d309de71ac8" providerId="ADAL" clId="{92B865DE-D5A0-4780-8B47-E19C1830EA00}" dt="2023-03-08T00:58:09.055" v="1745" actId="1076"/>
          <ac:spMkLst>
            <pc:docMk/>
            <pc:sldMk cId="594041004" sldId="411"/>
            <ac:spMk id="13" creationId="{37105B4C-2023-CD50-F0C4-262BEA4DCBA3}"/>
          </ac:spMkLst>
        </pc:spChg>
        <pc:spChg chg="add mod">
          <ac:chgData name="Juan Alejandro Peña Palacio" userId="9bc1ebb5-3bea-4794-be41-2d309de71ac8" providerId="ADAL" clId="{92B865DE-D5A0-4780-8B47-E19C1830EA00}" dt="2023-03-08T10:05:38.370" v="2075" actId="1035"/>
          <ac:spMkLst>
            <pc:docMk/>
            <pc:sldMk cId="594041004" sldId="411"/>
            <ac:spMk id="14" creationId="{8B561B56-75B9-9C4C-C1BE-2AB02B6113AB}"/>
          </ac:spMkLst>
        </pc:spChg>
        <pc:spChg chg="add del">
          <ac:chgData name="Juan Alejandro Peña Palacio" userId="9bc1ebb5-3bea-4794-be41-2d309de71ac8" providerId="ADAL" clId="{92B865DE-D5A0-4780-8B47-E19C1830EA00}" dt="2023-03-08T00:53:46.429" v="1141" actId="478"/>
          <ac:spMkLst>
            <pc:docMk/>
            <pc:sldMk cId="594041004" sldId="411"/>
            <ac:spMk id="15" creationId="{29B62F78-CC75-88B5-09C0-9B0EEEBEA42D}"/>
          </ac:spMkLst>
        </pc:spChg>
        <pc:spChg chg="add mod">
          <ac:chgData name="Juan Alejandro Peña Palacio" userId="9bc1ebb5-3bea-4794-be41-2d309de71ac8" providerId="ADAL" clId="{92B865DE-D5A0-4780-8B47-E19C1830EA00}" dt="2023-03-08T10:14:27.285" v="2083" actId="1076"/>
          <ac:spMkLst>
            <pc:docMk/>
            <pc:sldMk cId="594041004" sldId="411"/>
            <ac:spMk id="16" creationId="{E05C36FD-355F-D33E-02DF-EC6B8426782E}"/>
          </ac:spMkLst>
        </pc:spChg>
        <pc:spChg chg="mod">
          <ac:chgData name="Juan Alejandro Peña Palacio" userId="9bc1ebb5-3bea-4794-be41-2d309de71ac8" providerId="ADAL" clId="{92B865DE-D5A0-4780-8B47-E19C1830EA00}" dt="2023-03-08T00:38:22.485" v="187" actId="20577"/>
          <ac:spMkLst>
            <pc:docMk/>
            <pc:sldMk cId="594041004" sldId="411"/>
            <ac:spMk id="3074" creationId="{00000000-0000-0000-0000-000000000000}"/>
          </ac:spMkLst>
        </pc:spChg>
        <pc:spChg chg="mod">
          <ac:chgData name="Juan Alejandro Peña Palacio" userId="9bc1ebb5-3bea-4794-be41-2d309de71ac8" providerId="ADAL" clId="{92B865DE-D5A0-4780-8B47-E19C1830EA00}" dt="2023-03-08T10:04:43.633" v="2071" actId="20577"/>
          <ac:spMkLst>
            <pc:docMk/>
            <pc:sldMk cId="594041004" sldId="411"/>
            <ac:spMk id="4100" creationId="{00000000-0000-0000-0000-000000000000}"/>
          </ac:spMkLst>
        </pc:spChg>
        <pc:grpChg chg="del">
          <ac:chgData name="Juan Alejandro Peña Palacio" userId="9bc1ebb5-3bea-4794-be41-2d309de71ac8" providerId="ADAL" clId="{92B865DE-D5A0-4780-8B47-E19C1830EA00}" dt="2023-03-08T00:38:26.758" v="188" actId="478"/>
          <ac:grpSpMkLst>
            <pc:docMk/>
            <pc:sldMk cId="594041004" sldId="411"/>
            <ac:grpSpMk id="5" creationId="{1A8C0AD3-D016-9104-339D-1911E64D888E}"/>
          </ac:grpSpMkLst>
        </pc:grpChg>
        <pc:picChg chg="add mod">
          <ac:chgData name="Juan Alejandro Peña Palacio" userId="9bc1ebb5-3bea-4794-be41-2d309de71ac8" providerId="ADAL" clId="{92B865DE-D5A0-4780-8B47-E19C1830EA00}" dt="2023-03-08T00:58:09.055" v="1745" actId="1076"/>
          <ac:picMkLst>
            <pc:docMk/>
            <pc:sldMk cId="594041004" sldId="411"/>
            <ac:picMk id="11" creationId="{AF9F9192-CCD6-B884-871E-EBB68F4403CC}"/>
          </ac:picMkLst>
        </pc:picChg>
        <pc:picChg chg="add mod">
          <ac:chgData name="Juan Alejandro Peña Palacio" userId="9bc1ebb5-3bea-4794-be41-2d309de71ac8" providerId="ADAL" clId="{92B865DE-D5A0-4780-8B47-E19C1830EA00}" dt="2023-03-08T00:58:09.055" v="1745" actId="1076"/>
          <ac:picMkLst>
            <pc:docMk/>
            <pc:sldMk cId="594041004" sldId="411"/>
            <ac:picMk id="1026" creationId="{60FFC3EC-DF65-34C2-95B8-E6E548DA1584}"/>
          </ac:picMkLst>
        </pc:picChg>
      </pc:sldChg>
      <pc:sldChg chg="modSp mod">
        <pc:chgData name="Juan Alejandro Peña Palacio" userId="9bc1ebb5-3bea-4794-be41-2d309de71ac8" providerId="ADAL" clId="{92B865DE-D5A0-4780-8B47-E19C1830EA00}" dt="2023-03-08T10:04:22.570" v="2063" actId="20577"/>
        <pc:sldMkLst>
          <pc:docMk/>
          <pc:sldMk cId="509293575" sldId="882"/>
        </pc:sldMkLst>
        <pc:spChg chg="mod">
          <ac:chgData name="Juan Alejandro Peña Palacio" userId="9bc1ebb5-3bea-4794-be41-2d309de71ac8" providerId="ADAL" clId="{92B865DE-D5A0-4780-8B47-E19C1830EA00}" dt="2023-03-08T10:04:22.570" v="2063" actId="20577"/>
          <ac:spMkLst>
            <pc:docMk/>
            <pc:sldMk cId="509293575" sldId="882"/>
            <ac:spMk id="15" creationId="{79DC4192-C8E0-4E1C-A7A2-C022F794C202}"/>
          </ac:spMkLst>
        </pc:spChg>
      </pc:sldChg>
      <pc:sldChg chg="modSp add mod">
        <pc:chgData name="Juan Alejandro Peña Palacio" userId="9bc1ebb5-3bea-4794-be41-2d309de71ac8" providerId="ADAL" clId="{92B865DE-D5A0-4780-8B47-E19C1830EA00}" dt="2023-03-08T12:29:27.859" v="2364" actId="20577"/>
        <pc:sldMkLst>
          <pc:docMk/>
          <pc:sldMk cId="1928266411" sldId="883"/>
        </pc:sldMkLst>
        <pc:spChg chg="mod">
          <ac:chgData name="Juan Alejandro Peña Palacio" userId="9bc1ebb5-3bea-4794-be41-2d309de71ac8" providerId="ADAL" clId="{92B865DE-D5A0-4780-8B47-E19C1830EA00}" dt="2023-03-08T12:29:27.859" v="2364" actId="20577"/>
          <ac:spMkLst>
            <pc:docMk/>
            <pc:sldMk cId="1928266411" sldId="883"/>
            <ac:spMk id="16" creationId="{E05C36FD-355F-D33E-02DF-EC6B8426782E}"/>
          </ac:spMkLst>
        </pc:spChg>
        <pc:spChg chg="mod">
          <ac:chgData name="Juan Alejandro Peña Palacio" userId="9bc1ebb5-3bea-4794-be41-2d309de71ac8" providerId="ADAL" clId="{92B865DE-D5A0-4780-8B47-E19C1830EA00}" dt="2023-03-08T10:06:22.629" v="2081" actId="20577"/>
          <ac:spMkLst>
            <pc:docMk/>
            <pc:sldMk cId="1928266411" sldId="883"/>
            <ac:spMk id="4100" creationId="{00000000-0000-0000-0000-000000000000}"/>
          </ac:spMkLst>
        </pc:spChg>
      </pc:sldChg>
      <pc:sldChg chg="addSp delSp modSp add del mod">
        <pc:chgData name="Juan Alejandro Peña Palacio" userId="9bc1ebb5-3bea-4794-be41-2d309de71ac8" providerId="ADAL" clId="{92B865DE-D5A0-4780-8B47-E19C1830EA00}" dt="2023-03-08T00:53:37.713" v="1139" actId="47"/>
        <pc:sldMkLst>
          <pc:docMk/>
          <pc:sldMk cId="2568140164" sldId="883"/>
        </pc:sldMkLst>
        <pc:spChg chg="add del mod">
          <ac:chgData name="Juan Alejandro Peña Palacio" userId="9bc1ebb5-3bea-4794-be41-2d309de71ac8" providerId="ADAL" clId="{92B865DE-D5A0-4780-8B47-E19C1830EA00}" dt="2023-03-08T00:53:33.952" v="1137" actId="478"/>
          <ac:spMkLst>
            <pc:docMk/>
            <pc:sldMk cId="2568140164" sldId="883"/>
            <ac:spMk id="2" creationId="{F2145E55-505C-47D8-5284-DFF27F90B747}"/>
          </ac:spMkLst>
        </pc:spChg>
        <pc:spChg chg="del">
          <ac:chgData name="Juan Alejandro Peña Palacio" userId="9bc1ebb5-3bea-4794-be41-2d309de71ac8" providerId="ADAL" clId="{92B865DE-D5A0-4780-8B47-E19C1830EA00}" dt="2023-03-08T00:53:22.390" v="1133" actId="478"/>
          <ac:spMkLst>
            <pc:docMk/>
            <pc:sldMk cId="2568140164" sldId="883"/>
            <ac:spMk id="3" creationId="{35C42F6C-481E-6FF5-7D02-1C548FFDAB4E}"/>
          </ac:spMkLst>
        </pc:spChg>
        <pc:spChg chg="del">
          <ac:chgData name="Juan Alejandro Peña Palacio" userId="9bc1ebb5-3bea-4794-be41-2d309de71ac8" providerId="ADAL" clId="{92B865DE-D5A0-4780-8B47-E19C1830EA00}" dt="2023-03-08T00:53:22.390" v="1133" actId="478"/>
          <ac:spMkLst>
            <pc:docMk/>
            <pc:sldMk cId="2568140164" sldId="883"/>
            <ac:spMk id="6" creationId="{0702DA47-C52D-EACD-4C5A-D0EFD1459E13}"/>
          </ac:spMkLst>
        </pc:spChg>
        <pc:spChg chg="del">
          <ac:chgData name="Juan Alejandro Peña Palacio" userId="9bc1ebb5-3bea-4794-be41-2d309de71ac8" providerId="ADAL" clId="{92B865DE-D5A0-4780-8B47-E19C1830EA00}" dt="2023-03-08T00:53:22.390" v="1133" actId="478"/>
          <ac:spMkLst>
            <pc:docMk/>
            <pc:sldMk cId="2568140164" sldId="883"/>
            <ac:spMk id="13" creationId="{37105B4C-2023-CD50-F0C4-262BEA4DCBA3}"/>
          </ac:spMkLst>
        </pc:spChg>
        <pc:spChg chg="del">
          <ac:chgData name="Juan Alejandro Peña Palacio" userId="9bc1ebb5-3bea-4794-be41-2d309de71ac8" providerId="ADAL" clId="{92B865DE-D5A0-4780-8B47-E19C1830EA00}" dt="2023-03-08T00:53:22.390" v="1133" actId="478"/>
          <ac:spMkLst>
            <pc:docMk/>
            <pc:sldMk cId="2568140164" sldId="883"/>
            <ac:spMk id="14" creationId="{8B561B56-75B9-9C4C-C1BE-2AB02B6113AB}"/>
          </ac:spMkLst>
        </pc:spChg>
        <pc:spChg chg="del">
          <ac:chgData name="Juan Alejandro Peña Palacio" userId="9bc1ebb5-3bea-4794-be41-2d309de71ac8" providerId="ADAL" clId="{92B865DE-D5A0-4780-8B47-E19C1830EA00}" dt="2023-03-08T00:53:36.448" v="1138" actId="478"/>
          <ac:spMkLst>
            <pc:docMk/>
            <pc:sldMk cId="2568140164" sldId="883"/>
            <ac:spMk id="4100" creationId="{00000000-0000-0000-0000-000000000000}"/>
          </ac:spMkLst>
        </pc:spChg>
        <pc:picChg chg="del">
          <ac:chgData name="Juan Alejandro Peña Palacio" userId="9bc1ebb5-3bea-4794-be41-2d309de71ac8" providerId="ADAL" clId="{92B865DE-D5A0-4780-8B47-E19C1830EA00}" dt="2023-03-08T00:53:22.390" v="1133" actId="478"/>
          <ac:picMkLst>
            <pc:docMk/>
            <pc:sldMk cId="2568140164" sldId="883"/>
            <ac:picMk id="11" creationId="{AF9F9192-CCD6-B884-871E-EBB68F4403CC}"/>
          </ac:picMkLst>
        </pc:picChg>
        <pc:picChg chg="del">
          <ac:chgData name="Juan Alejandro Peña Palacio" userId="9bc1ebb5-3bea-4794-be41-2d309de71ac8" providerId="ADAL" clId="{92B865DE-D5A0-4780-8B47-E19C1830EA00}" dt="2023-03-08T00:53:24.223" v="1134" actId="478"/>
          <ac:picMkLst>
            <pc:docMk/>
            <pc:sldMk cId="2568140164" sldId="883"/>
            <ac:picMk id="1026" creationId="{60FFC3EC-DF65-34C2-95B8-E6E548DA1584}"/>
          </ac:picMkLst>
        </pc:picChg>
      </pc:sldChg>
      <pc:sldChg chg="del">
        <pc:chgData name="Juan Alejandro Peña Palacio" userId="9bc1ebb5-3bea-4794-be41-2d309de71ac8" providerId="ADAL" clId="{92B865DE-D5A0-4780-8B47-E19C1830EA00}" dt="2023-03-08T00:38:09.360" v="147" actId="47"/>
        <pc:sldMkLst>
          <pc:docMk/>
          <pc:sldMk cId="3543966294" sldId="883"/>
        </pc:sldMkLst>
      </pc:sldChg>
      <pc:sldChg chg="modSp add mod">
        <pc:chgData name="Juan Alejandro Peña Palacio" userId="9bc1ebb5-3bea-4794-be41-2d309de71ac8" providerId="ADAL" clId="{92B865DE-D5A0-4780-8B47-E19C1830EA00}" dt="2023-03-08T01:14:18.727" v="2057" actId="1076"/>
        <pc:sldMkLst>
          <pc:docMk/>
          <pc:sldMk cId="223209908" sldId="884"/>
        </pc:sldMkLst>
        <pc:spChg chg="mod">
          <ac:chgData name="Juan Alejandro Peña Palacio" userId="9bc1ebb5-3bea-4794-be41-2d309de71ac8" providerId="ADAL" clId="{92B865DE-D5A0-4780-8B47-E19C1830EA00}" dt="2023-03-08T01:14:18.727" v="2057" actId="1076"/>
          <ac:spMkLst>
            <pc:docMk/>
            <pc:sldMk cId="223209908" sldId="884"/>
            <ac:spMk id="16" creationId="{E05C36FD-355F-D33E-02DF-EC6B8426782E}"/>
          </ac:spMkLst>
        </pc:spChg>
      </pc:sldChg>
    </pc:docChg>
  </pc:docChgLst>
  <pc:docChgLst>
    <pc:chgData name="Juan Alejandro Peña Palacio" userId="9bc1ebb5-3bea-4794-be41-2d309de71ac8" providerId="ADAL" clId="{1F6BE1C6-EF20-4390-9A25-15DA769F29FA}"/>
    <pc:docChg chg="undo custSel addSld delSld modSld">
      <pc:chgData name="Juan Alejandro Peña Palacio" userId="9bc1ebb5-3bea-4794-be41-2d309de71ac8" providerId="ADAL" clId="{1F6BE1C6-EF20-4390-9A25-15DA769F29FA}" dt="2023-03-29T17:52:22.842" v="2574" actId="20577"/>
      <pc:docMkLst>
        <pc:docMk/>
      </pc:docMkLst>
      <pc:sldChg chg="addSp delSp modSp mod delAnim modAnim">
        <pc:chgData name="Juan Alejandro Peña Palacio" userId="9bc1ebb5-3bea-4794-be41-2d309de71ac8" providerId="ADAL" clId="{1F6BE1C6-EF20-4390-9A25-15DA769F29FA}" dt="2023-03-29T15:51:40.588" v="2490" actId="20577"/>
        <pc:sldMkLst>
          <pc:docMk/>
          <pc:sldMk cId="594041004" sldId="411"/>
        </pc:sldMkLst>
        <pc:spChg chg="add mod">
          <ac:chgData name="Juan Alejandro Peña Palacio" userId="9bc1ebb5-3bea-4794-be41-2d309de71ac8" providerId="ADAL" clId="{1F6BE1C6-EF20-4390-9A25-15DA769F29FA}" dt="2023-03-29T14:43:03.342" v="1692" actId="20577"/>
          <ac:spMkLst>
            <pc:docMk/>
            <pc:sldMk cId="594041004" sldId="411"/>
            <ac:spMk id="2" creationId="{EA91C360-16A0-CDC7-7F65-F87758A249DF}"/>
          </ac:spMkLst>
        </pc:spChg>
        <pc:spChg chg="del">
          <ac:chgData name="Juan Alejandro Peña Palacio" userId="9bc1ebb5-3bea-4794-be41-2d309de71ac8" providerId="ADAL" clId="{1F6BE1C6-EF20-4390-9A25-15DA769F29FA}" dt="2023-03-29T14:35:52.745" v="1258" actId="478"/>
          <ac:spMkLst>
            <pc:docMk/>
            <pc:sldMk cId="594041004" sldId="411"/>
            <ac:spMk id="3" creationId="{35C42F6C-481E-6FF5-7D02-1C548FFDAB4E}"/>
          </ac:spMkLst>
        </pc:spChg>
        <pc:spChg chg="del">
          <ac:chgData name="Juan Alejandro Peña Palacio" userId="9bc1ebb5-3bea-4794-be41-2d309de71ac8" providerId="ADAL" clId="{1F6BE1C6-EF20-4390-9A25-15DA769F29FA}" dt="2023-03-29T14:32:17.032" v="540" actId="478"/>
          <ac:spMkLst>
            <pc:docMk/>
            <pc:sldMk cId="594041004" sldId="411"/>
            <ac:spMk id="6" creationId="{0702DA47-C52D-EACD-4C5A-D0EFD1459E13}"/>
          </ac:spMkLst>
        </pc:spChg>
        <pc:spChg chg="mod">
          <ac:chgData name="Juan Alejandro Peña Palacio" userId="9bc1ebb5-3bea-4794-be41-2d309de71ac8" providerId="ADAL" clId="{1F6BE1C6-EF20-4390-9A25-15DA769F29FA}" dt="2023-03-29T14:28:13.406" v="212" actId="20577"/>
          <ac:spMkLst>
            <pc:docMk/>
            <pc:sldMk cId="594041004" sldId="411"/>
            <ac:spMk id="8" creationId="{DF1B19B6-EC6B-CA34-FA01-AC9F64BFED9D}"/>
          </ac:spMkLst>
        </pc:spChg>
        <pc:spChg chg="del">
          <ac:chgData name="Juan Alejandro Peña Palacio" userId="9bc1ebb5-3bea-4794-be41-2d309de71ac8" providerId="ADAL" clId="{1F6BE1C6-EF20-4390-9A25-15DA769F29FA}" dt="2023-03-29T14:32:17.032" v="540" actId="478"/>
          <ac:spMkLst>
            <pc:docMk/>
            <pc:sldMk cId="594041004" sldId="411"/>
            <ac:spMk id="13" creationId="{37105B4C-2023-CD50-F0C4-262BEA4DCBA3}"/>
          </ac:spMkLst>
        </pc:spChg>
        <pc:spChg chg="del">
          <ac:chgData name="Juan Alejandro Peña Palacio" userId="9bc1ebb5-3bea-4794-be41-2d309de71ac8" providerId="ADAL" clId="{1F6BE1C6-EF20-4390-9A25-15DA769F29FA}" dt="2023-03-29T14:32:17.032" v="540" actId="478"/>
          <ac:spMkLst>
            <pc:docMk/>
            <pc:sldMk cId="594041004" sldId="411"/>
            <ac:spMk id="14" creationId="{8B561B56-75B9-9C4C-C1BE-2AB02B6113AB}"/>
          </ac:spMkLst>
        </pc:spChg>
        <pc:spChg chg="mod">
          <ac:chgData name="Juan Alejandro Peña Palacio" userId="9bc1ebb5-3bea-4794-be41-2d309de71ac8" providerId="ADAL" clId="{1F6BE1C6-EF20-4390-9A25-15DA769F29FA}" dt="2023-03-29T15:51:40.588" v="2490" actId="20577"/>
          <ac:spMkLst>
            <pc:docMk/>
            <pc:sldMk cId="594041004" sldId="411"/>
            <ac:spMk id="16" creationId="{E05C36FD-355F-D33E-02DF-EC6B8426782E}"/>
          </ac:spMkLst>
        </pc:spChg>
        <pc:spChg chg="mod">
          <ac:chgData name="Juan Alejandro Peña Palacio" userId="9bc1ebb5-3bea-4794-be41-2d309de71ac8" providerId="ADAL" clId="{1F6BE1C6-EF20-4390-9A25-15DA769F29FA}" dt="2023-03-29T14:28:33.357" v="279" actId="14100"/>
          <ac:spMkLst>
            <pc:docMk/>
            <pc:sldMk cId="594041004" sldId="411"/>
            <ac:spMk id="3074" creationId="{00000000-0000-0000-0000-000000000000}"/>
          </ac:spMkLst>
        </pc:spChg>
        <pc:spChg chg="mod">
          <ac:chgData name="Juan Alejandro Peña Palacio" userId="9bc1ebb5-3bea-4794-be41-2d309de71ac8" providerId="ADAL" clId="{1F6BE1C6-EF20-4390-9A25-15DA769F29FA}" dt="2023-03-29T14:32:46.821" v="543" actId="14100"/>
          <ac:spMkLst>
            <pc:docMk/>
            <pc:sldMk cId="594041004" sldId="411"/>
            <ac:spMk id="4100" creationId="{00000000-0000-0000-0000-000000000000}"/>
          </ac:spMkLst>
        </pc:spChg>
        <pc:picChg chg="del">
          <ac:chgData name="Juan Alejandro Peña Palacio" userId="9bc1ebb5-3bea-4794-be41-2d309de71ac8" providerId="ADAL" clId="{1F6BE1C6-EF20-4390-9A25-15DA769F29FA}" dt="2023-03-29T14:32:17.032" v="540" actId="478"/>
          <ac:picMkLst>
            <pc:docMk/>
            <pc:sldMk cId="594041004" sldId="411"/>
            <ac:picMk id="11" creationId="{AF9F9192-CCD6-B884-871E-EBB68F4403CC}"/>
          </ac:picMkLst>
        </pc:picChg>
        <pc:picChg chg="del">
          <ac:chgData name="Juan Alejandro Peña Palacio" userId="9bc1ebb5-3bea-4794-be41-2d309de71ac8" providerId="ADAL" clId="{1F6BE1C6-EF20-4390-9A25-15DA769F29FA}" dt="2023-03-29T14:32:19.254" v="541" actId="478"/>
          <ac:picMkLst>
            <pc:docMk/>
            <pc:sldMk cId="594041004" sldId="411"/>
            <ac:picMk id="1026" creationId="{60FFC3EC-DF65-34C2-95B8-E6E548DA1584}"/>
          </ac:picMkLst>
        </pc:picChg>
      </pc:sldChg>
      <pc:sldChg chg="addSp delSp modSp add modAnim">
        <pc:chgData name="Juan Alejandro Peña Palacio" userId="9bc1ebb5-3bea-4794-be41-2d309de71ac8" providerId="ADAL" clId="{1F6BE1C6-EF20-4390-9A25-15DA769F29FA}" dt="2023-03-29T14:30:47.806" v="286"/>
        <pc:sldMkLst>
          <pc:docMk/>
          <pc:sldMk cId="3318958491" sldId="835"/>
        </pc:sldMkLst>
        <pc:grpChg chg="del">
          <ac:chgData name="Juan Alejandro Peña Palacio" userId="9bc1ebb5-3bea-4794-be41-2d309de71ac8" providerId="ADAL" clId="{1F6BE1C6-EF20-4390-9A25-15DA769F29FA}" dt="2023-03-29T14:30:05.605" v="281" actId="478"/>
          <ac:grpSpMkLst>
            <pc:docMk/>
            <pc:sldMk cId="3318958491" sldId="835"/>
            <ac:grpSpMk id="7" creationId="{3CA8039D-BFB7-481C-9D1C-5739CE5AD9ED}"/>
          </ac:grpSpMkLst>
        </pc:grpChg>
        <pc:picChg chg="add mod">
          <ac:chgData name="Juan Alejandro Peña Palacio" userId="9bc1ebb5-3bea-4794-be41-2d309de71ac8" providerId="ADAL" clId="{1F6BE1C6-EF20-4390-9A25-15DA769F29FA}" dt="2023-03-29T14:30:09.788" v="282"/>
          <ac:picMkLst>
            <pc:docMk/>
            <pc:sldMk cId="3318958491" sldId="835"/>
            <ac:picMk id="2" creationId="{8AC7030E-740A-02AE-490D-C010B5E713AD}"/>
          </ac:picMkLst>
        </pc:picChg>
      </pc:sldChg>
      <pc:sldChg chg="delSp modSp mod">
        <pc:chgData name="Juan Alejandro Peña Palacio" userId="9bc1ebb5-3bea-4794-be41-2d309de71ac8" providerId="ADAL" clId="{1F6BE1C6-EF20-4390-9A25-15DA769F29FA}" dt="2023-03-29T15:42:18.393" v="2489" actId="478"/>
        <pc:sldMkLst>
          <pc:docMk/>
          <pc:sldMk cId="509293575" sldId="882"/>
        </pc:sldMkLst>
        <pc:spChg chg="mod">
          <ac:chgData name="Juan Alejandro Peña Palacio" userId="9bc1ebb5-3bea-4794-be41-2d309de71ac8" providerId="ADAL" clId="{1F6BE1C6-EF20-4390-9A25-15DA769F29FA}" dt="2023-03-29T14:26:50.583" v="104" actId="948"/>
          <ac:spMkLst>
            <pc:docMk/>
            <pc:sldMk cId="509293575" sldId="882"/>
            <ac:spMk id="15" creationId="{79DC4192-C8E0-4E1C-A7A2-C022F794C202}"/>
          </ac:spMkLst>
        </pc:spChg>
        <pc:picChg chg="del">
          <ac:chgData name="Juan Alejandro Peña Palacio" userId="9bc1ebb5-3bea-4794-be41-2d309de71ac8" providerId="ADAL" clId="{1F6BE1C6-EF20-4390-9A25-15DA769F29FA}" dt="2023-03-29T15:42:17.699" v="2488" actId="478"/>
          <ac:picMkLst>
            <pc:docMk/>
            <pc:sldMk cId="509293575" sldId="882"/>
            <ac:picMk id="21" creationId="{21222135-2238-4E15-883D-6963C8D1688A}"/>
          </ac:picMkLst>
        </pc:picChg>
        <pc:picChg chg="del">
          <ac:chgData name="Juan Alejandro Peña Palacio" userId="9bc1ebb5-3bea-4794-be41-2d309de71ac8" providerId="ADAL" clId="{1F6BE1C6-EF20-4390-9A25-15DA769F29FA}" dt="2023-03-29T15:42:18.393" v="2489" actId="478"/>
          <ac:picMkLst>
            <pc:docMk/>
            <pc:sldMk cId="509293575" sldId="882"/>
            <ac:picMk id="22" creationId="{E49137D5-5D4C-4569-9DC9-15F312033F3B}"/>
          </ac:picMkLst>
        </pc:picChg>
      </pc:sldChg>
      <pc:sldChg chg="addSp delSp modSp add mod delAnim modAnim">
        <pc:chgData name="Juan Alejandro Peña Palacio" userId="9bc1ebb5-3bea-4794-be41-2d309de71ac8" providerId="ADAL" clId="{1F6BE1C6-EF20-4390-9A25-15DA769F29FA}" dt="2023-03-29T15:56:29.107" v="2521"/>
        <pc:sldMkLst>
          <pc:docMk/>
          <pc:sldMk cId="45253172" sldId="883"/>
        </pc:sldMkLst>
        <pc:spChg chg="mod">
          <ac:chgData name="Juan Alejandro Peña Palacio" userId="9bc1ebb5-3bea-4794-be41-2d309de71ac8" providerId="ADAL" clId="{1F6BE1C6-EF20-4390-9A25-15DA769F29FA}" dt="2023-03-29T14:43:24.573" v="1757" actId="1038"/>
          <ac:spMkLst>
            <pc:docMk/>
            <pc:sldMk cId="45253172" sldId="883"/>
            <ac:spMk id="2" creationId="{EA91C360-16A0-CDC7-7F65-F87758A249DF}"/>
          </ac:spMkLst>
        </pc:spChg>
        <pc:spChg chg="add mod">
          <ac:chgData name="Juan Alejandro Peña Palacio" userId="9bc1ebb5-3bea-4794-be41-2d309de71ac8" providerId="ADAL" clId="{1F6BE1C6-EF20-4390-9A25-15DA769F29FA}" dt="2023-03-29T15:55:48.715" v="2512" actId="14100"/>
          <ac:spMkLst>
            <pc:docMk/>
            <pc:sldMk cId="45253172" sldId="883"/>
            <ac:spMk id="5" creationId="{271176B8-2FBA-DD34-534D-61E520BC281E}"/>
          </ac:spMkLst>
        </pc:spChg>
        <pc:spChg chg="add mod">
          <ac:chgData name="Juan Alejandro Peña Palacio" userId="9bc1ebb5-3bea-4794-be41-2d309de71ac8" providerId="ADAL" clId="{1F6BE1C6-EF20-4390-9A25-15DA769F29FA}" dt="2023-03-29T14:49:40.172" v="1871" actId="1076"/>
          <ac:spMkLst>
            <pc:docMk/>
            <pc:sldMk cId="45253172" sldId="883"/>
            <ac:spMk id="6" creationId="{D806C0A5-3D3B-18EF-29AC-93BE8AEE0784}"/>
          </ac:spMkLst>
        </pc:spChg>
        <pc:spChg chg="add mod">
          <ac:chgData name="Juan Alejandro Peña Palacio" userId="9bc1ebb5-3bea-4794-be41-2d309de71ac8" providerId="ADAL" clId="{1F6BE1C6-EF20-4390-9A25-15DA769F29FA}" dt="2023-03-29T15:56:05.954" v="2518" actId="20577"/>
          <ac:spMkLst>
            <pc:docMk/>
            <pc:sldMk cId="45253172" sldId="883"/>
            <ac:spMk id="10" creationId="{F64F5E34-474D-7540-441E-ACC30347C61E}"/>
          </ac:spMkLst>
        </pc:spChg>
        <pc:spChg chg="del">
          <ac:chgData name="Juan Alejandro Peña Palacio" userId="9bc1ebb5-3bea-4794-be41-2d309de71ac8" providerId="ADAL" clId="{1F6BE1C6-EF20-4390-9A25-15DA769F29FA}" dt="2023-03-29T14:43:18.591" v="1696" actId="478"/>
          <ac:spMkLst>
            <pc:docMk/>
            <pc:sldMk cId="45253172" sldId="883"/>
            <ac:spMk id="16" creationId="{E05C36FD-355F-D33E-02DF-EC6B8426782E}"/>
          </ac:spMkLst>
        </pc:spChg>
        <pc:picChg chg="add del mod">
          <ac:chgData name="Juan Alejandro Peña Palacio" userId="9bc1ebb5-3bea-4794-be41-2d309de71ac8" providerId="ADAL" clId="{1F6BE1C6-EF20-4390-9A25-15DA769F29FA}" dt="2023-03-29T14:45:20.679" v="1766" actId="14100"/>
          <ac:picMkLst>
            <pc:docMk/>
            <pc:sldMk cId="45253172" sldId="883"/>
            <ac:picMk id="1026" creationId="{FD95AF65-EC88-6273-D52B-A7E07D235C0A}"/>
          </ac:picMkLst>
        </pc:picChg>
        <pc:cxnChg chg="add mod">
          <ac:chgData name="Juan Alejandro Peña Palacio" userId="9bc1ebb5-3bea-4794-be41-2d309de71ac8" providerId="ADAL" clId="{1F6BE1C6-EF20-4390-9A25-15DA769F29FA}" dt="2023-03-29T14:46:06.157" v="1800" actId="1038"/>
          <ac:cxnSpMkLst>
            <pc:docMk/>
            <pc:sldMk cId="45253172" sldId="883"/>
            <ac:cxnSpMk id="4" creationId="{ECB661B5-998B-4B1E-B934-B61D258E65E9}"/>
          </ac:cxnSpMkLst>
        </pc:cxnChg>
      </pc:sldChg>
      <pc:sldChg chg="del">
        <pc:chgData name="Juan Alejandro Peña Palacio" userId="9bc1ebb5-3bea-4794-be41-2d309de71ac8" providerId="ADAL" clId="{1F6BE1C6-EF20-4390-9A25-15DA769F29FA}" dt="2023-03-29T14:43:10.127" v="1693" actId="47"/>
        <pc:sldMkLst>
          <pc:docMk/>
          <pc:sldMk cId="1928266411" sldId="883"/>
        </pc:sldMkLst>
      </pc:sldChg>
      <pc:sldChg chg="del">
        <pc:chgData name="Juan Alejandro Peña Palacio" userId="9bc1ebb5-3bea-4794-be41-2d309de71ac8" providerId="ADAL" clId="{1F6BE1C6-EF20-4390-9A25-15DA769F29FA}" dt="2023-03-29T14:43:11.854" v="1694" actId="47"/>
        <pc:sldMkLst>
          <pc:docMk/>
          <pc:sldMk cId="223209908" sldId="884"/>
        </pc:sldMkLst>
      </pc:sldChg>
      <pc:sldChg chg="addSp delSp modSp add mod modAnim">
        <pc:chgData name="Juan Alejandro Peña Palacio" userId="9bc1ebb5-3bea-4794-be41-2d309de71ac8" providerId="ADAL" clId="{1F6BE1C6-EF20-4390-9A25-15DA769F29FA}" dt="2023-03-29T17:52:22.842" v="2574" actId="20577"/>
        <pc:sldMkLst>
          <pc:docMk/>
          <pc:sldMk cId="1847572509" sldId="884"/>
        </pc:sldMkLst>
        <pc:spChg chg="mod">
          <ac:chgData name="Juan Alejandro Peña Palacio" userId="9bc1ebb5-3bea-4794-be41-2d309de71ac8" providerId="ADAL" clId="{1F6BE1C6-EF20-4390-9A25-15DA769F29FA}" dt="2023-03-29T17:52:22.842" v="2574" actId="20577"/>
          <ac:spMkLst>
            <pc:docMk/>
            <pc:sldMk cId="1847572509" sldId="884"/>
            <ac:spMk id="2" creationId="{EA91C360-16A0-CDC7-7F65-F87758A249DF}"/>
          </ac:spMkLst>
        </pc:spChg>
        <pc:spChg chg="add mod">
          <ac:chgData name="Juan Alejandro Peña Palacio" userId="9bc1ebb5-3bea-4794-be41-2d309de71ac8" providerId="ADAL" clId="{1F6BE1C6-EF20-4390-9A25-15DA769F29FA}" dt="2023-03-29T15:58:42.755" v="2523"/>
          <ac:spMkLst>
            <pc:docMk/>
            <pc:sldMk cId="1847572509" sldId="884"/>
            <ac:spMk id="3" creationId="{DBE67933-B18F-6535-783F-DECC8970488D}"/>
          </ac:spMkLst>
        </pc:spChg>
        <pc:spChg chg="del">
          <ac:chgData name="Juan Alejandro Peña Palacio" userId="9bc1ebb5-3bea-4794-be41-2d309de71ac8" providerId="ADAL" clId="{1F6BE1C6-EF20-4390-9A25-15DA769F29FA}" dt="2023-03-29T15:58:41.803" v="2522" actId="478"/>
          <ac:spMkLst>
            <pc:docMk/>
            <pc:sldMk cId="1847572509" sldId="884"/>
            <ac:spMk id="5" creationId="{271176B8-2FBA-DD34-534D-61E520BC281E}"/>
          </ac:spMkLst>
        </pc:spChg>
      </pc:sldChg>
    </pc:docChg>
  </pc:docChgLst>
  <pc:docChgLst>
    <pc:chgData name="Juan Alejandro Peña Palacio" userId="9bc1ebb5-3bea-4794-be41-2d309de71ac8" providerId="ADAL" clId="{9A2F3497-336C-4928-A6FB-CF80BCC96E3D}"/>
    <pc:docChg chg="undo custSel addSld modSld sldOrd">
      <pc:chgData name="Juan Alejandro Peña Palacio" userId="9bc1ebb5-3bea-4794-be41-2d309de71ac8" providerId="ADAL" clId="{9A2F3497-336C-4928-A6FB-CF80BCC96E3D}" dt="2023-10-03T01:07:10.119" v="2752" actId="20577"/>
      <pc:docMkLst>
        <pc:docMk/>
      </pc:docMkLst>
      <pc:sldChg chg="modSp mod ord modAnim">
        <pc:chgData name="Juan Alejandro Peña Palacio" userId="9bc1ebb5-3bea-4794-be41-2d309de71ac8" providerId="ADAL" clId="{9A2F3497-336C-4928-A6FB-CF80BCC96E3D}" dt="2023-10-03T01:07:10.119" v="2752" actId="20577"/>
        <pc:sldMkLst>
          <pc:docMk/>
          <pc:sldMk cId="594041004" sldId="411"/>
        </pc:sldMkLst>
        <pc:spChg chg="mod">
          <ac:chgData name="Juan Alejandro Peña Palacio" userId="9bc1ebb5-3bea-4794-be41-2d309de71ac8" providerId="ADAL" clId="{9A2F3497-336C-4928-A6FB-CF80BCC96E3D}" dt="2023-10-03T01:07:10.119" v="2752" actId="20577"/>
          <ac:spMkLst>
            <pc:docMk/>
            <pc:sldMk cId="594041004" sldId="411"/>
            <ac:spMk id="16" creationId="{E05C36FD-355F-D33E-02DF-EC6B8426782E}"/>
          </ac:spMkLst>
        </pc:spChg>
      </pc:sldChg>
      <pc:sldChg chg="modSp mod">
        <pc:chgData name="Juan Alejandro Peña Palacio" userId="9bc1ebb5-3bea-4794-be41-2d309de71ac8" providerId="ADAL" clId="{9A2F3497-336C-4928-A6FB-CF80BCC96E3D}" dt="2023-10-02T00:22:41.170" v="1016" actId="20577"/>
        <pc:sldMkLst>
          <pc:docMk/>
          <pc:sldMk cId="509293575" sldId="882"/>
        </pc:sldMkLst>
        <pc:spChg chg="mod">
          <ac:chgData name="Juan Alejandro Peña Palacio" userId="9bc1ebb5-3bea-4794-be41-2d309de71ac8" providerId="ADAL" clId="{9A2F3497-336C-4928-A6FB-CF80BCC96E3D}" dt="2023-10-02T00:22:41.170" v="1016" actId="20577"/>
          <ac:spMkLst>
            <pc:docMk/>
            <pc:sldMk cId="509293575" sldId="882"/>
            <ac:spMk id="4" creationId="{5A8D3470-F6E8-3A05-1CEE-16633E13FAB0}"/>
          </ac:spMkLst>
        </pc:spChg>
        <pc:spChg chg="mod">
          <ac:chgData name="Juan Alejandro Peña Palacio" userId="9bc1ebb5-3bea-4794-be41-2d309de71ac8" providerId="ADAL" clId="{9A2F3497-336C-4928-A6FB-CF80BCC96E3D}" dt="2023-10-02T00:22:13.894" v="970" actId="20577"/>
          <ac:spMkLst>
            <pc:docMk/>
            <pc:sldMk cId="509293575" sldId="882"/>
            <ac:spMk id="15" creationId="{79DC4192-C8E0-4E1C-A7A2-C022F794C202}"/>
          </ac:spMkLst>
        </pc:spChg>
      </pc:sldChg>
      <pc:sldChg chg="modSp mod ord">
        <pc:chgData name="Juan Alejandro Peña Palacio" userId="9bc1ebb5-3bea-4794-be41-2d309de71ac8" providerId="ADAL" clId="{9A2F3497-336C-4928-A6FB-CF80BCC96E3D}" dt="2023-10-03T01:05:48.271" v="2740" actId="1038"/>
        <pc:sldMkLst>
          <pc:docMk/>
          <pc:sldMk cId="45253172" sldId="883"/>
        </pc:sldMkLst>
        <pc:spChg chg="mod">
          <ac:chgData name="Juan Alejandro Peña Palacio" userId="9bc1ebb5-3bea-4794-be41-2d309de71ac8" providerId="ADAL" clId="{9A2F3497-336C-4928-A6FB-CF80BCC96E3D}" dt="2023-10-03T01:05:00.399" v="2629" actId="1076"/>
          <ac:spMkLst>
            <pc:docMk/>
            <pc:sldMk cId="45253172" sldId="883"/>
            <ac:spMk id="2" creationId="{EA91C360-16A0-CDC7-7F65-F87758A249DF}"/>
          </ac:spMkLst>
        </pc:spChg>
        <pc:spChg chg="mod">
          <ac:chgData name="Juan Alejandro Peña Palacio" userId="9bc1ebb5-3bea-4794-be41-2d309de71ac8" providerId="ADAL" clId="{9A2F3497-336C-4928-A6FB-CF80BCC96E3D}" dt="2023-10-03T01:05:43.080" v="2736" actId="14100"/>
          <ac:spMkLst>
            <pc:docMk/>
            <pc:sldMk cId="45253172" sldId="883"/>
            <ac:spMk id="5" creationId="{271176B8-2FBA-DD34-534D-61E520BC281E}"/>
          </ac:spMkLst>
        </pc:spChg>
        <pc:spChg chg="mod">
          <ac:chgData name="Juan Alejandro Peña Palacio" userId="9bc1ebb5-3bea-4794-be41-2d309de71ac8" providerId="ADAL" clId="{9A2F3497-336C-4928-A6FB-CF80BCC96E3D}" dt="2023-10-03T01:05:22.826" v="2713" actId="20577"/>
          <ac:spMkLst>
            <pc:docMk/>
            <pc:sldMk cId="45253172" sldId="883"/>
            <ac:spMk id="4100" creationId="{00000000-0000-0000-0000-000000000000}"/>
          </ac:spMkLst>
        </pc:spChg>
        <pc:picChg chg="mod">
          <ac:chgData name="Juan Alejandro Peña Palacio" userId="9bc1ebb5-3bea-4794-be41-2d309de71ac8" providerId="ADAL" clId="{9A2F3497-336C-4928-A6FB-CF80BCC96E3D}" dt="2023-10-03T01:05:32.392" v="2734" actId="1035"/>
          <ac:picMkLst>
            <pc:docMk/>
            <pc:sldMk cId="45253172" sldId="883"/>
            <ac:picMk id="1026" creationId="{FD95AF65-EC88-6273-D52B-A7E07D235C0A}"/>
          </ac:picMkLst>
        </pc:picChg>
        <pc:cxnChg chg="mod">
          <ac:chgData name="Juan Alejandro Peña Palacio" userId="9bc1ebb5-3bea-4794-be41-2d309de71ac8" providerId="ADAL" clId="{9A2F3497-336C-4928-A6FB-CF80BCC96E3D}" dt="2023-10-03T01:05:48.271" v="2740" actId="1038"/>
          <ac:cxnSpMkLst>
            <pc:docMk/>
            <pc:sldMk cId="45253172" sldId="883"/>
            <ac:cxnSpMk id="4" creationId="{ECB661B5-998B-4B1E-B934-B61D258E65E9}"/>
          </ac:cxnSpMkLst>
        </pc:cxnChg>
      </pc:sldChg>
      <pc:sldChg chg="addSp delSp modSp mod ord modAnim">
        <pc:chgData name="Juan Alejandro Peña Palacio" userId="9bc1ebb5-3bea-4794-be41-2d309de71ac8" providerId="ADAL" clId="{9A2F3497-336C-4928-A6FB-CF80BCC96E3D}" dt="2023-10-03T01:04:27.676" v="2606" actId="478"/>
        <pc:sldMkLst>
          <pc:docMk/>
          <pc:sldMk cId="1847572509" sldId="884"/>
        </pc:sldMkLst>
        <pc:spChg chg="mod">
          <ac:chgData name="Juan Alejandro Peña Palacio" userId="9bc1ebb5-3bea-4794-be41-2d309de71ac8" providerId="ADAL" clId="{9A2F3497-336C-4928-A6FB-CF80BCC96E3D}" dt="2023-10-03T01:04:19.518" v="2604" actId="1076"/>
          <ac:spMkLst>
            <pc:docMk/>
            <pc:sldMk cId="1847572509" sldId="884"/>
            <ac:spMk id="2" creationId="{EA91C360-16A0-CDC7-7F65-F87758A249DF}"/>
          </ac:spMkLst>
        </pc:spChg>
        <pc:spChg chg="add del mod">
          <ac:chgData name="Juan Alejandro Peña Palacio" userId="9bc1ebb5-3bea-4794-be41-2d309de71ac8" providerId="ADAL" clId="{9A2F3497-336C-4928-A6FB-CF80BCC96E3D}" dt="2023-10-03T01:04:27.676" v="2606" actId="478"/>
          <ac:spMkLst>
            <pc:docMk/>
            <pc:sldMk cId="1847572509" sldId="884"/>
            <ac:spMk id="5" creationId="{7A35D116-3013-6DE6-4DB4-3ED4554DD7B4}"/>
          </ac:spMkLst>
        </pc:spChg>
      </pc:sldChg>
      <pc:sldChg chg="addSp delSp modSp add mod addAnim delAnim modAnim">
        <pc:chgData name="Juan Alejandro Peña Palacio" userId="9bc1ebb5-3bea-4794-be41-2d309de71ac8" providerId="ADAL" clId="{9A2F3497-336C-4928-A6FB-CF80BCC96E3D}" dt="2023-10-02T02:25:45.565" v="2596" actId="948"/>
        <pc:sldMkLst>
          <pc:docMk/>
          <pc:sldMk cId="2113316595" sldId="885"/>
        </pc:sldMkLst>
        <pc:spChg chg="add del mod">
          <ac:chgData name="Juan Alejandro Peña Palacio" userId="9bc1ebb5-3bea-4794-be41-2d309de71ac8" providerId="ADAL" clId="{9A2F3497-336C-4928-A6FB-CF80BCC96E3D}" dt="2023-10-02T02:21:55.958" v="2501" actId="1036"/>
          <ac:spMkLst>
            <pc:docMk/>
            <pc:sldMk cId="2113316595" sldId="885"/>
            <ac:spMk id="2" creationId="{EA91C360-16A0-CDC7-7F65-F87758A249DF}"/>
          </ac:spMkLst>
        </pc:spChg>
        <pc:spChg chg="add del mod">
          <ac:chgData name="Juan Alejandro Peña Palacio" userId="9bc1ebb5-3bea-4794-be41-2d309de71ac8" providerId="ADAL" clId="{9A2F3497-336C-4928-A6FB-CF80BCC96E3D}" dt="2023-10-02T00:07:16.117" v="13"/>
          <ac:spMkLst>
            <pc:docMk/>
            <pc:sldMk cId="2113316595" sldId="885"/>
            <ac:spMk id="3" creationId="{E593AEC3-90F4-D623-CDA6-8C1E23035063}"/>
          </ac:spMkLst>
        </pc:spChg>
        <pc:spChg chg="add del mod">
          <ac:chgData name="Juan Alejandro Peña Palacio" userId="9bc1ebb5-3bea-4794-be41-2d309de71ac8" providerId="ADAL" clId="{9A2F3497-336C-4928-A6FB-CF80BCC96E3D}" dt="2023-10-02T00:07:14.490" v="9"/>
          <ac:spMkLst>
            <pc:docMk/>
            <pc:sldMk cId="2113316595" sldId="885"/>
            <ac:spMk id="4" creationId="{BBD1DD96-F8BE-5400-768E-6AA75797EDA5}"/>
          </ac:spMkLst>
        </pc:spChg>
        <pc:spChg chg="add del mod">
          <ac:chgData name="Juan Alejandro Peña Palacio" userId="9bc1ebb5-3bea-4794-be41-2d309de71ac8" providerId="ADAL" clId="{9A2F3497-336C-4928-A6FB-CF80BCC96E3D}" dt="2023-10-02T02:21:55.958" v="2501" actId="1036"/>
          <ac:spMkLst>
            <pc:docMk/>
            <pc:sldMk cId="2113316595" sldId="885"/>
            <ac:spMk id="16" creationId="{E05C36FD-355F-D33E-02DF-EC6B8426782E}"/>
          </ac:spMkLst>
        </pc:spChg>
        <pc:spChg chg="mod">
          <ac:chgData name="Juan Alejandro Peña Palacio" userId="9bc1ebb5-3bea-4794-be41-2d309de71ac8" providerId="ADAL" clId="{9A2F3497-336C-4928-A6FB-CF80BCC96E3D}" dt="2023-10-02T02:06:13.144" v="1053" actId="20577"/>
          <ac:spMkLst>
            <pc:docMk/>
            <pc:sldMk cId="2113316595" sldId="885"/>
            <ac:spMk id="3074" creationId="{00000000-0000-0000-0000-000000000000}"/>
          </ac:spMkLst>
        </pc:spChg>
        <pc:spChg chg="mod">
          <ac:chgData name="Juan Alejandro Peña Palacio" userId="9bc1ebb5-3bea-4794-be41-2d309de71ac8" providerId="ADAL" clId="{9A2F3497-336C-4928-A6FB-CF80BCC96E3D}" dt="2023-10-02T02:25:45.565" v="2596" actId="948"/>
          <ac:spMkLst>
            <pc:docMk/>
            <pc:sldMk cId="2113316595" sldId="885"/>
            <ac:spMk id="4100" creationId="{00000000-0000-0000-0000-000000000000}"/>
          </ac:spMkLst>
        </pc:spChg>
      </pc:sldChg>
      <pc:sldChg chg="modSp modAnim">
        <pc:chgData name="Juan Alejandro Peña Palacio" userId="9bc1ebb5-3bea-4794-be41-2d309de71ac8" providerId="ADAL" clId="{9A2F3497-336C-4928-A6FB-CF80BCC96E3D}" dt="2023-10-02T00:20:31.341" v="963"/>
        <pc:sldMkLst>
          <pc:docMk/>
          <pc:sldMk cId="1959454669" sldId="886"/>
        </pc:sldMkLst>
        <pc:spChg chg="mod">
          <ac:chgData name="Juan Alejandro Peña Palacio" userId="9bc1ebb5-3bea-4794-be41-2d309de71ac8" providerId="ADAL" clId="{9A2F3497-336C-4928-A6FB-CF80BCC96E3D}" dt="2023-10-02T00:19:57.457" v="962" actId="108"/>
          <ac:spMkLst>
            <pc:docMk/>
            <pc:sldMk cId="1959454669" sldId="886"/>
            <ac:spMk id="2" creationId="{EA91C360-16A0-CDC7-7F65-F87758A249D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05C23-3B74-4B7C-91D5-1875DCBD8BCB}" type="datetimeFigureOut">
              <a:rPr lang="es-CO" smtClean="0"/>
              <a:t>2/03/2025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007187-E75C-4AFA-9614-2B9B402EA77E}" type="slidenum">
              <a:rPr lang="es-CO" smtClean="0"/>
              <a:t>‹Nº›</a:t>
            </a:fld>
            <a:endParaRPr lang="es-CO"/>
          </a:p>
        </p:txBody>
      </p:sp>
    </p:spTree>
    <p:extLst>
      <p:ext uri="{BB962C8B-B14F-4D97-AF65-F5344CB8AC3E}">
        <p14:creationId xmlns:p14="http://schemas.microsoft.com/office/powerpoint/2010/main" val="2944236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541B6C-F94C-46D0-AA2C-7137D13A24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8307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541B6C-F94C-46D0-AA2C-7137D13A24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1101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541B6C-F94C-46D0-AA2C-7137D13A24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1567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b="1" dirty="0"/>
              <a:t>Receiver </a:t>
            </a:r>
            <a:r>
              <a:rPr lang="es-ES" b="1" dirty="0" err="1"/>
              <a:t>Operating</a:t>
            </a:r>
            <a:r>
              <a:rPr lang="es-ES" b="1" dirty="0"/>
              <a:t> </a:t>
            </a:r>
            <a:r>
              <a:rPr lang="es-ES" b="1" dirty="0" err="1"/>
              <a:t>Characteristic</a:t>
            </a:r>
            <a:r>
              <a:rPr lang="es-ES"/>
              <a:t> </a:t>
            </a:r>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541B6C-F94C-46D0-AA2C-7137D13A24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1258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F090-B7EA-5F85-CF64-98EE59EC8A8F}"/>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E47D627F-C3A6-775F-E8A4-6F38A96FE702}"/>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B96B8377-37F8-8C98-4043-CCE356E75B13}"/>
              </a:ext>
            </a:extLst>
          </p:cNvPr>
          <p:cNvSpPr>
            <a:spLocks noGrp="1"/>
          </p:cNvSpPr>
          <p:nvPr>
            <p:ph type="body" idx="1"/>
          </p:nvPr>
        </p:nvSpPr>
        <p:spPr/>
        <p:txBody>
          <a:bodyPr/>
          <a:lstStyle/>
          <a:p>
            <a:r>
              <a:rPr lang="es-ES" b="1" dirty="0"/>
              <a:t>Receiver </a:t>
            </a:r>
            <a:r>
              <a:rPr lang="es-ES" b="1" dirty="0" err="1"/>
              <a:t>Operating</a:t>
            </a:r>
            <a:r>
              <a:rPr lang="es-ES" b="1" dirty="0"/>
              <a:t> </a:t>
            </a:r>
            <a:r>
              <a:rPr lang="es-ES" b="1" dirty="0" err="1"/>
              <a:t>Characteristic</a:t>
            </a:r>
            <a:r>
              <a:rPr lang="es-ES"/>
              <a:t> </a:t>
            </a:r>
            <a:endParaRPr lang="en-US"/>
          </a:p>
        </p:txBody>
      </p:sp>
      <p:sp>
        <p:nvSpPr>
          <p:cNvPr id="4" name="3 Marcador de número de diapositiva">
            <a:extLst>
              <a:ext uri="{FF2B5EF4-FFF2-40B4-BE49-F238E27FC236}">
                <a16:creationId xmlns:a16="http://schemas.microsoft.com/office/drawing/2014/main" id="{BACDFBF1-42D7-866A-B804-8FD40139620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541B6C-F94C-46D0-AA2C-7137D13A24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7597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F3468-8E3A-09D8-03AC-F80C950A600A}"/>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79D94C1F-54C2-7B6A-ACFE-34FA5F8E2E3A}"/>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02EF1330-6145-B2FC-42BA-BE949B691B32}"/>
              </a:ext>
            </a:extLst>
          </p:cNvPr>
          <p:cNvSpPr>
            <a:spLocks noGrp="1"/>
          </p:cNvSpPr>
          <p:nvPr>
            <p:ph type="body" idx="1"/>
          </p:nvPr>
        </p:nvSpPr>
        <p:spPr/>
        <p:txBody>
          <a:bodyPr/>
          <a:lstStyle/>
          <a:p>
            <a:r>
              <a:rPr lang="es-ES" b="1" dirty="0">
                <a:solidFill>
                  <a:srgbClr val="FF0000"/>
                </a:solidFill>
              </a:rPr>
              <a:t>Punto A</a:t>
            </a:r>
          </a:p>
          <a:p>
            <a:r>
              <a:rPr lang="es-ES" b="1" dirty="0">
                <a:solidFill>
                  <a:srgbClr val="FF0000"/>
                </a:solidFill>
                <a:effectLst/>
              </a:rPr>
              <a:t>En este caso de uso, es mejor minimizar los falsos positivos, incluso si los verdaderos positivos también disminuyen. Es decir, es mejor que haya mas correos que no se clasifiquen como SPAM, así lo sean.</a:t>
            </a:r>
          </a:p>
        </p:txBody>
      </p:sp>
      <p:sp>
        <p:nvSpPr>
          <p:cNvPr id="4" name="3 Marcador de número de diapositiva">
            <a:extLst>
              <a:ext uri="{FF2B5EF4-FFF2-40B4-BE49-F238E27FC236}">
                <a16:creationId xmlns:a16="http://schemas.microsoft.com/office/drawing/2014/main" id="{9BFF7136-A5D2-C618-EACF-CDA3CE5CE21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541B6C-F94C-46D0-AA2C-7137D13A24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5592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i="1" dirty="0">
                <a:solidFill>
                  <a:srgbClr val="333333"/>
                </a:solidFill>
                <a:latin typeface="Helvetica Neue"/>
              </a:rPr>
              <a:t>¿Dígame la media de las variables de las personas que viven en una unidad residencial?.</a:t>
            </a:r>
          </a:p>
          <a:p>
            <a:endParaRPr lang="en-US" dirty="0"/>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541B6C-F94C-46D0-AA2C-7137D13A24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7484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541B6C-F94C-46D0-AA2C-7137D13A24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7681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541B6C-F94C-46D0-AA2C-7137D13A24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2848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541B6C-F94C-46D0-AA2C-7137D13A24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8281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02/03/2025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178669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02/03/2025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767444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9382926-025C-4492-A007-36A806BCA0F4}" type="datetimeFigureOut">
              <a:rPr lang="es-ES" smtClean="0"/>
              <a:t>02/03/2025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2249279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9382926-025C-4492-A007-36A806BCA0F4}" type="datetimeFigureOut">
              <a:rPr lang="es-ES" smtClean="0"/>
              <a:t>02/03/2025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4079430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9382926-025C-4492-A007-36A806BCA0F4}" type="datetimeFigureOut">
              <a:rPr lang="es-ES" smtClean="0"/>
              <a:t>02/03/2025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510079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9382926-025C-4492-A007-36A806BCA0F4}" type="datetimeFigureOut">
              <a:rPr lang="es-ES" smtClean="0"/>
              <a:t>02/03/2025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2963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382926-025C-4492-A007-36A806BCA0F4}" type="datetimeFigureOut">
              <a:rPr lang="es-ES" smtClean="0"/>
              <a:t>02/03/2025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2133394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9382926-025C-4492-A007-36A806BCA0F4}" type="datetimeFigureOut">
              <a:rPr lang="es-ES" smtClean="0"/>
              <a:t>02/03/2025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784318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9382926-025C-4492-A007-36A806BCA0F4}" type="datetimeFigureOut">
              <a:rPr lang="es-ES" smtClean="0"/>
              <a:t>02/03/2025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4106171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02/03/2025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2619919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02/03/2025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4156701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382926-025C-4492-A007-36A806BCA0F4}" type="datetimeFigureOut">
              <a:rPr lang="es-ES" smtClean="0"/>
              <a:t>02/03/2025</a:t>
            </a:fld>
            <a:endParaRPr lang="es-E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AAC946-410E-4677-B1D6-226A086D226C}" type="slidenum">
              <a:rPr lang="es-ES" smtClean="0"/>
              <a:t>‹Nº›</a:t>
            </a:fld>
            <a:endParaRPr lang="es-ES"/>
          </a:p>
        </p:txBody>
      </p:sp>
    </p:spTree>
    <p:extLst>
      <p:ext uri="{BB962C8B-B14F-4D97-AF65-F5344CB8AC3E}">
        <p14:creationId xmlns:p14="http://schemas.microsoft.com/office/powerpoint/2010/main" val="24694165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mailto:yaorozcoz@eafit.edu.co" TargetMode="External"/><Relationship Id="rId5" Type="http://schemas.openxmlformats.org/officeDocument/2006/relationships/image" Target="../media/image3.png"/><Relationship Id="rId4" Type="http://schemas.openxmlformats.org/officeDocument/2006/relationships/hyperlink" Target="https://www.iadb.org/es/sectores/iniciativas/digital-finance-innovation/fintech"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developers.google.com/machine-learning/crash-course/classification/roc-and-auc?hl=es-419" TargetMode="External"/><Relationship Id="rId5" Type="http://schemas.openxmlformats.org/officeDocument/2006/relationships/hyperlink" Target="https://emojiterra.com/es/indice-hacia-derecha/" TargetMode="Externa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15" name="CuadroTexto 14">
            <a:extLst>
              <a:ext uri="{FF2B5EF4-FFF2-40B4-BE49-F238E27FC236}">
                <a16:creationId xmlns:a16="http://schemas.microsoft.com/office/drawing/2014/main" id="{79DC4192-C8E0-4E1C-A7A2-C022F794C202}"/>
              </a:ext>
            </a:extLst>
          </p:cNvPr>
          <p:cNvSpPr txBox="1"/>
          <p:nvPr/>
        </p:nvSpPr>
        <p:spPr>
          <a:xfrm>
            <a:off x="3798607" y="1473722"/>
            <a:ext cx="8634816" cy="1653145"/>
          </a:xfrm>
          <a:prstGeom prst="rect">
            <a:avLst/>
          </a:prstGeom>
          <a:noFill/>
        </p:spPr>
        <p:txBody>
          <a:bodyPr wrap="square" rtlCol="0" anchor="ctr">
            <a:spAutoFit/>
          </a:bodyPr>
          <a:lstStyle/>
          <a:p>
            <a:pPr marL="0" marR="0" lvl="0" indent="0" algn="ctr" defTabSz="914400" rtl="0" eaLnBrk="1" fontAlgn="auto" latinLnBrk="0" hangingPunct="1">
              <a:lnSpc>
                <a:spcPts val="3100"/>
              </a:lnSpc>
              <a:spcBef>
                <a:spcPts val="0"/>
              </a:spcBef>
              <a:buClrTx/>
              <a:buSzTx/>
              <a:buFontTx/>
              <a:buNone/>
              <a:tabLst/>
              <a:defRPr/>
            </a:pPr>
            <a:r>
              <a:rPr kumimoji="0" lang="es-ES" sz="3200" b="1" i="0" u="none" strike="noStrike" kern="1200" cap="none" spc="0" normalizeH="0" baseline="0" noProof="0" dirty="0">
                <a:ln>
                  <a:noFill/>
                </a:ln>
                <a:solidFill>
                  <a:prstClr val="white">
                    <a:lumMod val="95000"/>
                  </a:prstClr>
                </a:solidFill>
                <a:effectLst/>
                <a:uLnTx/>
                <a:uFillTx/>
                <a:latin typeface="Arial" panose="020B0604020202020204" pitchFamily="34" charset="0"/>
                <a:ea typeface="Arial Unicode MS" panose="020B0604020202020204" pitchFamily="34" charset="-128"/>
                <a:cs typeface="Arial" panose="020B0604020202020204" pitchFamily="34" charset="0"/>
              </a:rPr>
              <a:t>ANALÍTICA DE NEGOCIOS</a:t>
            </a:r>
          </a:p>
          <a:p>
            <a:pPr marL="0" marR="0" lvl="0" indent="0" algn="ctr" defTabSz="914400" rtl="0" eaLnBrk="1" fontAlgn="auto" latinLnBrk="0" hangingPunct="1">
              <a:lnSpc>
                <a:spcPts val="3100"/>
              </a:lnSpc>
              <a:spcBef>
                <a:spcPts val="0"/>
              </a:spcBef>
              <a:buClrTx/>
              <a:buSzTx/>
              <a:buFontTx/>
              <a:buNone/>
              <a:tabLst/>
              <a:defRPr/>
            </a:pPr>
            <a:r>
              <a:rPr lang="es-ES" sz="2400" b="1" dirty="0">
                <a:solidFill>
                  <a:prstClr val="white">
                    <a:lumMod val="95000"/>
                  </a:prstClr>
                </a:solidFill>
                <a:latin typeface="Arial" panose="020B0604020202020204" pitchFamily="34" charset="0"/>
                <a:ea typeface="Arial Unicode MS" panose="020B0604020202020204" pitchFamily="34" charset="-128"/>
                <a:cs typeface="Arial" panose="020B0604020202020204" pitchFamily="34" charset="0"/>
              </a:rPr>
              <a:t>Métodos de </a:t>
            </a:r>
            <a:r>
              <a:rPr lang="es-ES" sz="2400" b="1" dirty="0" err="1">
                <a:solidFill>
                  <a:prstClr val="white">
                    <a:lumMod val="95000"/>
                  </a:prstClr>
                </a:solidFill>
                <a:latin typeface="Arial" panose="020B0604020202020204" pitchFamily="34" charset="0"/>
                <a:ea typeface="Arial Unicode MS" panose="020B0604020202020204" pitchFamily="34" charset="-128"/>
                <a:cs typeface="Arial" panose="020B0604020202020204" pitchFamily="34" charset="0"/>
              </a:rPr>
              <a:t>Clusterización</a:t>
            </a:r>
            <a:endParaRPr lang="es-ES" sz="2400" b="1" dirty="0">
              <a:solidFill>
                <a:prstClr val="white">
                  <a:lumMod val="95000"/>
                </a:prstClr>
              </a:solidFill>
              <a:latin typeface="Arial" panose="020B0604020202020204" pitchFamily="34" charset="0"/>
              <a:ea typeface="Arial Unicode MS" panose="020B0604020202020204" pitchFamily="34" charset="-128"/>
              <a:cs typeface="Arial" panose="020B0604020202020204" pitchFamily="34" charset="0"/>
            </a:endParaRPr>
          </a:p>
          <a:p>
            <a:pPr marL="0" marR="0" lvl="0" indent="0" algn="ctr" defTabSz="914400" rtl="0" eaLnBrk="1" fontAlgn="auto" latinLnBrk="0" hangingPunct="1">
              <a:lnSpc>
                <a:spcPts val="3100"/>
              </a:lnSpc>
              <a:spcBef>
                <a:spcPts val="0"/>
              </a:spcBef>
              <a:buClrTx/>
              <a:buSzTx/>
              <a:buFontTx/>
              <a:buNone/>
              <a:tabLst/>
              <a:defRPr/>
            </a:pPr>
            <a:r>
              <a:rPr kumimoji="0" lang="es-ES" sz="2400" b="1" i="0" u="none" strike="noStrike" kern="1200" cap="none" spc="0" normalizeH="0" baseline="0" noProof="0" dirty="0">
                <a:ln>
                  <a:noFill/>
                </a:ln>
                <a:solidFill>
                  <a:prstClr val="white">
                    <a:lumMod val="95000"/>
                  </a:prstClr>
                </a:solidFill>
                <a:effectLst/>
                <a:uLnTx/>
                <a:uFillTx/>
                <a:latin typeface="Arial" panose="020B0604020202020204" pitchFamily="34" charset="0"/>
                <a:ea typeface="Arial Unicode MS" panose="020B0604020202020204" pitchFamily="34" charset="-128"/>
                <a:cs typeface="Arial" panose="020B0604020202020204" pitchFamily="34" charset="0"/>
              </a:rPr>
              <a:t>Modelos de Preaprobación (NIIF9)</a:t>
            </a:r>
          </a:p>
          <a:p>
            <a:pPr marL="0" marR="0" lvl="0" indent="0" algn="ctr" defTabSz="914400" rtl="0" eaLnBrk="1" fontAlgn="auto" latinLnBrk="0" hangingPunct="1">
              <a:lnSpc>
                <a:spcPts val="3100"/>
              </a:lnSpc>
              <a:spcBef>
                <a:spcPts val="0"/>
              </a:spcBef>
              <a:buClrTx/>
              <a:buSzTx/>
              <a:buFontTx/>
              <a:buNone/>
              <a:tabLst/>
              <a:defRPr/>
            </a:pPr>
            <a:endParaRPr kumimoji="0" lang="es-ES" sz="2400" b="1" i="0" u="none" strike="noStrike" kern="1200" cap="none" spc="0" normalizeH="0" baseline="0" noProof="0" dirty="0">
              <a:ln>
                <a:noFill/>
              </a:ln>
              <a:solidFill>
                <a:prstClr val="white">
                  <a:lumMod val="95000"/>
                </a:prstClr>
              </a:solidFill>
              <a:effectLst/>
              <a:uLnTx/>
              <a:uFillTx/>
              <a:latin typeface="Arial" panose="020B0604020202020204" pitchFamily="34" charset="0"/>
              <a:ea typeface="Arial Unicode MS" panose="020B0604020202020204" pitchFamily="34" charset="-128"/>
              <a:cs typeface="Arial" panose="020B0604020202020204" pitchFamily="34" charset="0"/>
            </a:endParaRPr>
          </a:p>
        </p:txBody>
      </p:sp>
      <p:grpSp>
        <p:nvGrpSpPr>
          <p:cNvPr id="12" name="Grupo 11">
            <a:extLst>
              <a:ext uri="{FF2B5EF4-FFF2-40B4-BE49-F238E27FC236}">
                <a16:creationId xmlns:a16="http://schemas.microsoft.com/office/drawing/2014/main" id="{49E81FD3-1740-4BC2-B63E-C2DDE742DD48}"/>
              </a:ext>
            </a:extLst>
          </p:cNvPr>
          <p:cNvGrpSpPr/>
          <p:nvPr/>
        </p:nvGrpSpPr>
        <p:grpSpPr>
          <a:xfrm>
            <a:off x="0" y="0"/>
            <a:ext cx="12192000" cy="6858000"/>
            <a:chOff x="0" y="0"/>
            <a:chExt cx="12192000" cy="6858000"/>
          </a:xfrm>
        </p:grpSpPr>
        <p:pic>
          <p:nvPicPr>
            <p:cNvPr id="2" name="Picture 2" descr="El Ágora">
              <a:extLst>
                <a:ext uri="{FF2B5EF4-FFF2-40B4-BE49-F238E27FC236}">
                  <a16:creationId xmlns:a16="http://schemas.microsoft.com/office/drawing/2014/main" id="{54B5E763-28EC-4E1E-BB2B-685A73F5E0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1615"/>
            <a:stretch/>
          </p:blipFill>
          <p:spPr bwMode="auto">
            <a:xfrm>
              <a:off x="762953" y="0"/>
              <a:ext cx="2935287"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upo 9">
              <a:extLst>
                <a:ext uri="{FF2B5EF4-FFF2-40B4-BE49-F238E27FC236}">
                  <a16:creationId xmlns:a16="http://schemas.microsoft.com/office/drawing/2014/main" id="{BBC39F83-8AAB-47E0-8B08-A6560F249522}"/>
                </a:ext>
              </a:extLst>
            </p:cNvPr>
            <p:cNvGrpSpPr/>
            <p:nvPr/>
          </p:nvGrpSpPr>
          <p:grpSpPr>
            <a:xfrm>
              <a:off x="0" y="5577841"/>
              <a:ext cx="12192000" cy="975360"/>
              <a:chOff x="0" y="5577841"/>
              <a:chExt cx="12192000" cy="975360"/>
            </a:xfrm>
            <a:solidFill>
              <a:schemeClr val="accent1">
                <a:lumMod val="50000"/>
                <a:alpha val="56000"/>
              </a:schemeClr>
            </a:solidFill>
          </p:grpSpPr>
          <p:grpSp>
            <p:nvGrpSpPr>
              <p:cNvPr id="8" name="Grupo 7">
                <a:extLst>
                  <a:ext uri="{FF2B5EF4-FFF2-40B4-BE49-F238E27FC236}">
                    <a16:creationId xmlns:a16="http://schemas.microsoft.com/office/drawing/2014/main" id="{D1C744D7-C590-4CA6-B66C-368F73851C7D}"/>
                  </a:ext>
                </a:extLst>
              </p:cNvPr>
              <p:cNvGrpSpPr/>
              <p:nvPr/>
            </p:nvGrpSpPr>
            <p:grpSpPr>
              <a:xfrm>
                <a:off x="0" y="5577841"/>
                <a:ext cx="12192000" cy="975360"/>
                <a:chOff x="0" y="5577841"/>
                <a:chExt cx="12192000" cy="975360"/>
              </a:xfrm>
              <a:grpFill/>
            </p:grpSpPr>
            <p:sp>
              <p:nvSpPr>
                <p:cNvPr id="3" name="Rectángulo 2">
                  <a:extLst>
                    <a:ext uri="{FF2B5EF4-FFF2-40B4-BE49-F238E27FC236}">
                      <a16:creationId xmlns:a16="http://schemas.microsoft.com/office/drawing/2014/main" id="{84A1A150-9C41-47BF-8387-F724187C4769}"/>
                    </a:ext>
                  </a:extLst>
                </p:cNvPr>
                <p:cNvSpPr/>
                <p:nvPr/>
              </p:nvSpPr>
              <p:spPr>
                <a:xfrm>
                  <a:off x="0" y="5577841"/>
                  <a:ext cx="12192000"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Inspira Crea Transforma - EAFIT - Universidad EAFIT">
                  <a:extLst>
                    <a:ext uri="{FF2B5EF4-FFF2-40B4-BE49-F238E27FC236}">
                      <a16:creationId xmlns:a16="http://schemas.microsoft.com/office/drawing/2014/main" id="{57DBA592-AE9E-4A21-8F16-3FFC3E6D654D}"/>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l="18670" t="21226" r="19199" b="14257"/>
                <a:stretch/>
              </p:blipFill>
              <p:spPr bwMode="auto">
                <a:xfrm>
                  <a:off x="4571999" y="5655894"/>
                  <a:ext cx="1956618" cy="819254"/>
                </a:xfrm>
                <a:prstGeom prst="rect">
                  <a:avLst/>
                </a:prstGeom>
                <a:grpFill/>
                <a:ln>
                  <a:noFill/>
                </a:ln>
              </p:spPr>
            </p:pic>
          </p:grpSp>
          <p:cxnSp>
            <p:nvCxnSpPr>
              <p:cNvPr id="6" name="Conector recto 5">
                <a:extLst>
                  <a:ext uri="{FF2B5EF4-FFF2-40B4-BE49-F238E27FC236}">
                    <a16:creationId xmlns:a16="http://schemas.microsoft.com/office/drawing/2014/main" id="{4C230D90-0E3A-4585-BE35-14B82B81BE29}"/>
                  </a:ext>
                </a:extLst>
              </p:cNvPr>
              <p:cNvCxnSpPr>
                <a:cxnSpLocks/>
              </p:cNvCxnSpPr>
              <p:nvPr/>
            </p:nvCxnSpPr>
            <p:spPr>
              <a:xfrm>
                <a:off x="6823587" y="5692877"/>
                <a:ext cx="0" cy="782271"/>
              </a:xfrm>
              <a:prstGeom prst="line">
                <a:avLst/>
              </a:prstGeom>
              <a:grpFill/>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5F35A723-201C-4C5A-AC89-78CAE5BDF041}"/>
                  </a:ext>
                </a:extLst>
              </p:cNvPr>
              <p:cNvSpPr/>
              <p:nvPr/>
            </p:nvSpPr>
            <p:spPr>
              <a:xfrm>
                <a:off x="7306745" y="5655894"/>
                <a:ext cx="2397762" cy="4360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CO"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www.eafit.edu.co</a:t>
                </a:r>
                <a:endParaRPr kumimoji="0" lang="en-GB"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grpSp>
        <p:sp>
          <p:nvSpPr>
            <p:cNvPr id="11" name="Rectángulo 10">
              <a:extLst>
                <a:ext uri="{FF2B5EF4-FFF2-40B4-BE49-F238E27FC236}">
                  <a16:creationId xmlns:a16="http://schemas.microsoft.com/office/drawing/2014/main" id="{773BA0F6-276B-4F12-9E7E-B3EE8DE12598}"/>
                </a:ext>
              </a:extLst>
            </p:cNvPr>
            <p:cNvSpPr/>
            <p:nvPr/>
          </p:nvSpPr>
          <p:spPr>
            <a:xfrm>
              <a:off x="3865389" y="0"/>
              <a:ext cx="17567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ángulo 12">
              <a:extLst>
                <a:ext uri="{FF2B5EF4-FFF2-40B4-BE49-F238E27FC236}">
                  <a16:creationId xmlns:a16="http://schemas.microsoft.com/office/drawing/2014/main" id="{7813DD0E-AEBF-49D9-A842-F590FD859655}"/>
                </a:ext>
              </a:extLst>
            </p:cNvPr>
            <p:cNvSpPr/>
            <p:nvPr/>
          </p:nvSpPr>
          <p:spPr>
            <a:xfrm>
              <a:off x="439803" y="0"/>
              <a:ext cx="17567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ángulo 13">
            <a:extLst>
              <a:ext uri="{FF2B5EF4-FFF2-40B4-BE49-F238E27FC236}">
                <a16:creationId xmlns:a16="http://schemas.microsoft.com/office/drawing/2014/main" id="{B641C796-2331-4098-8B20-9BF099EEDA03}"/>
              </a:ext>
            </a:extLst>
          </p:cNvPr>
          <p:cNvSpPr/>
          <p:nvPr/>
        </p:nvSpPr>
        <p:spPr>
          <a:xfrm>
            <a:off x="7562776" y="6084012"/>
            <a:ext cx="3945647" cy="436060"/>
          </a:xfrm>
          <a:prstGeom prst="rect">
            <a:avLst/>
          </a:prstGeom>
          <a:solidFill>
            <a:schemeClr val="accent1">
              <a:lumMod val="50000"/>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srgbClr val="E7E6E6">
                    <a:lumMod val="75000"/>
                  </a:srgbClr>
                </a:solidFill>
                <a:effectLst/>
                <a:uLnTx/>
                <a:uFillTx/>
                <a:latin typeface="Arial Black" panose="020B0A04020102020204" pitchFamily="34" charset="0"/>
                <a:ea typeface="+mn-ea"/>
                <a:cs typeface="Arial" panose="020B0604020202020204" pitchFamily="34" charset="0"/>
              </a:rPr>
              <a:t>INSPIRA CREA TRANSFORMA</a:t>
            </a:r>
            <a:endParaRPr kumimoji="0" lang="en-GB" sz="1800" b="1" i="0" u="none" strike="noStrike" kern="1200" cap="none" spc="0" normalizeH="0" baseline="0" noProof="0" dirty="0">
              <a:ln>
                <a:noFill/>
              </a:ln>
              <a:solidFill>
                <a:srgbClr val="E7E6E6">
                  <a:lumMod val="75000"/>
                </a:srgbClr>
              </a:solidFill>
              <a:effectLst/>
              <a:uLnTx/>
              <a:uFillTx/>
              <a:latin typeface="Arial Black" panose="020B0A04020102020204" pitchFamily="34" charset="0"/>
              <a:ea typeface="+mn-ea"/>
              <a:cs typeface="Arial" panose="020B0604020202020204" pitchFamily="34" charset="0"/>
            </a:endParaRPr>
          </a:p>
        </p:txBody>
      </p:sp>
      <p:pic>
        <p:nvPicPr>
          <p:cNvPr id="20" name="Imagen 19">
            <a:hlinkClick r:id="rId4"/>
            <a:extLst>
              <a:ext uri="{FF2B5EF4-FFF2-40B4-BE49-F238E27FC236}">
                <a16:creationId xmlns:a16="http://schemas.microsoft.com/office/drawing/2014/main" id="{44C775D2-90D6-4660-BBC7-DA8F43FC4E48}"/>
              </a:ext>
            </a:extLst>
          </p:cNvPr>
          <p:cNvPicPr>
            <a:picLocks noChangeAspect="1"/>
          </p:cNvPicPr>
          <p:nvPr/>
        </p:nvPicPr>
        <p:blipFill rotWithShape="1">
          <a:blip r:embed="rId5"/>
          <a:srcRect l="29827" t="48320" r="30242" b="23584"/>
          <a:stretch/>
        </p:blipFill>
        <p:spPr>
          <a:xfrm>
            <a:off x="925451" y="4435376"/>
            <a:ext cx="2568356" cy="1016474"/>
          </a:xfrm>
          <a:prstGeom prst="rect">
            <a:avLst/>
          </a:prstGeom>
        </p:spPr>
      </p:pic>
      <p:sp>
        <p:nvSpPr>
          <p:cNvPr id="5" name="CuadroTexto 4">
            <a:extLst>
              <a:ext uri="{FF2B5EF4-FFF2-40B4-BE49-F238E27FC236}">
                <a16:creationId xmlns:a16="http://schemas.microsoft.com/office/drawing/2014/main" id="{F07C3B92-53BC-369D-C439-04056F156F1F}"/>
              </a:ext>
            </a:extLst>
          </p:cNvPr>
          <p:cNvSpPr txBox="1"/>
          <p:nvPr/>
        </p:nvSpPr>
        <p:spPr>
          <a:xfrm>
            <a:off x="4148920" y="3650201"/>
            <a:ext cx="7820167" cy="1138773"/>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b="1" dirty="0">
                <a:solidFill>
                  <a:prstClr val="white">
                    <a:lumMod val="95000"/>
                  </a:prstClr>
                </a:solidFill>
                <a:latin typeface="Arial" panose="020B0604020202020204" pitchFamily="34" charset="0"/>
                <a:ea typeface="Arial Unicode MS" panose="020B0604020202020204" pitchFamily="34" charset="-128"/>
                <a:cs typeface="Arial" panose="020B0604020202020204" pitchFamily="34" charset="0"/>
              </a:rPr>
              <a:t>Yeison Orozco-Zuluaga (</a:t>
            </a:r>
            <a:r>
              <a:rPr lang="es-ES" b="1" dirty="0" err="1">
                <a:solidFill>
                  <a:prstClr val="white">
                    <a:lumMod val="95000"/>
                  </a:prstClr>
                </a:solidFill>
                <a:latin typeface="Arial" panose="020B0604020202020204" pitchFamily="34" charset="0"/>
                <a:ea typeface="Arial Unicode MS" panose="020B0604020202020204" pitchFamily="34" charset="-128"/>
                <a:cs typeface="Arial" panose="020B0604020202020204" pitchFamily="34" charset="0"/>
              </a:rPr>
              <a:t>MEng</a:t>
            </a:r>
            <a:r>
              <a:rPr lang="es-ES" b="1" dirty="0">
                <a:solidFill>
                  <a:prstClr val="white">
                    <a:lumMod val="95000"/>
                  </a:prstClr>
                </a:solidFill>
                <a:latin typeface="Arial" panose="020B0604020202020204" pitchFamily="34" charset="0"/>
                <a:ea typeface="Arial Unicode MS" panose="020B0604020202020204" pitchFamily="34" charset="-128"/>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a:ln>
                  <a:noFill/>
                </a:ln>
                <a:solidFill>
                  <a:prstClr val="white">
                    <a:lumMod val="95000"/>
                  </a:prstClr>
                </a:solidFill>
                <a:effectLst/>
                <a:uLnTx/>
                <a:uFillTx/>
                <a:latin typeface="Arial" panose="020B0604020202020204" pitchFamily="34" charset="0"/>
                <a:ea typeface="Arial Unicode MS" panose="020B0604020202020204" pitchFamily="34" charset="-128"/>
                <a:cs typeface="Arial" panose="020B0604020202020204" pitchFamily="34" charset="0"/>
              </a:rPr>
              <a:t>Analítica de Datos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solidFill>
                  <a:prstClr val="white">
                    <a:lumMod val="95000"/>
                  </a:prstClr>
                </a:solidFill>
                <a:effectLst/>
                <a:uLnTx/>
                <a:uFillTx/>
                <a:latin typeface="Arial" panose="020B0604020202020204" pitchFamily="34" charset="0"/>
                <a:ea typeface="Arial Unicode MS" panose="020B0604020202020204" pitchFamily="34" charset="-128"/>
                <a:cs typeface="Arial" panose="020B0604020202020204" pitchFamily="34" charset="0"/>
                <a:hlinkClick r:id="rId6"/>
              </a:rPr>
              <a:t>yaorozcoz@eafit.edu.co</a:t>
            </a:r>
            <a:endParaRPr kumimoji="0" lang="es-ES" sz="1600" b="1" i="0" u="none" strike="noStrike" kern="1200" cap="none" spc="0" normalizeH="0" baseline="0" noProof="0" dirty="0">
              <a:ln>
                <a:noFill/>
              </a:ln>
              <a:solidFill>
                <a:prstClr val="white">
                  <a:lumMod val="95000"/>
                </a:prstClr>
              </a:solidFill>
              <a:effectLst/>
              <a:uLnTx/>
              <a:uFillTx/>
              <a:latin typeface="Arial" panose="020B0604020202020204" pitchFamily="34" charset="0"/>
              <a:ea typeface="Arial Unicode MS" panose="020B0604020202020204" pitchFamily="34" charset="-128"/>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600" b="1" i="0" u="none" strike="noStrike" kern="1200" cap="none" spc="0" normalizeH="0" baseline="0" noProof="0" dirty="0">
                <a:ln>
                  <a:noFill/>
                </a:ln>
                <a:solidFill>
                  <a:prstClr val="white">
                    <a:lumMod val="95000"/>
                  </a:prstClr>
                </a:solidFill>
                <a:effectLst/>
                <a:uLnTx/>
                <a:uFillTx/>
                <a:latin typeface="Arial" panose="020B0604020202020204" pitchFamily="34" charset="0"/>
                <a:ea typeface="Arial Unicode MS" panose="020B0604020202020204" pitchFamily="34" charset="-128"/>
                <a:cs typeface="Arial" panose="020B0604020202020204" pitchFamily="34" charset="0"/>
              </a:rPr>
              <a:t>Escuela de Administración</a:t>
            </a:r>
            <a:endParaRPr kumimoji="0" lang="es-ES" sz="1600" b="1" i="0" u="none" strike="noStrike" kern="1200" cap="none" spc="0" normalizeH="0" baseline="0" noProof="0" dirty="0">
              <a:ln>
                <a:noFill/>
              </a:ln>
              <a:solidFill>
                <a:prstClr val="white">
                  <a:lumMod val="95000"/>
                </a:prstClr>
              </a:solidFill>
              <a:effectLst/>
              <a:uLnTx/>
              <a:uFillTx/>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509293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751FFE9-BADB-F874-962C-5195E6F65739}"/>
              </a:ext>
            </a:extLst>
          </p:cNvPr>
          <p:cNvSpPr/>
          <p:nvPr/>
        </p:nvSpPr>
        <p:spPr>
          <a:xfrm>
            <a:off x="496111" y="879000"/>
            <a:ext cx="9483210" cy="254999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t"/>
          <a:lstStyle/>
          <a:p>
            <a:pPr algn="just">
              <a:spcAft>
                <a:spcPts val="600"/>
              </a:spcAft>
            </a:pPr>
            <a:r>
              <a:rPr lang="es-ES" sz="2800" i="1" dirty="0">
                <a:solidFill>
                  <a:srgbClr val="333333"/>
                </a:solidFill>
                <a:latin typeface="Helvetica Neue"/>
              </a:rPr>
              <a:t>Estos métodos permiten la agrupación de los datos por características socioeconómicas similares. P. ej. Las diferentes sucursales de una entidad bancaria. Donde se aprueban o se niegan más créditos (Centro, Caldas, Bello, La Estrella).</a:t>
            </a:r>
          </a:p>
        </p:txBody>
      </p:sp>
      <p:grpSp>
        <p:nvGrpSpPr>
          <p:cNvPr id="3" name="Grupo 2">
            <a:extLst>
              <a:ext uri="{FF2B5EF4-FFF2-40B4-BE49-F238E27FC236}">
                <a16:creationId xmlns:a16="http://schemas.microsoft.com/office/drawing/2014/main" id="{77BB3243-C5B7-7570-99C6-54CF0A322C67}"/>
              </a:ext>
            </a:extLst>
          </p:cNvPr>
          <p:cNvGrpSpPr/>
          <p:nvPr/>
        </p:nvGrpSpPr>
        <p:grpSpPr>
          <a:xfrm>
            <a:off x="10283825" y="0"/>
            <a:ext cx="2005711" cy="6858000"/>
            <a:chOff x="10283825" y="0"/>
            <a:chExt cx="2005711" cy="6858000"/>
          </a:xfrm>
        </p:grpSpPr>
        <p:sp>
          <p:nvSpPr>
            <p:cNvPr id="4" name="Cuadro de texto 9">
              <a:extLst>
                <a:ext uri="{FF2B5EF4-FFF2-40B4-BE49-F238E27FC236}">
                  <a16:creationId xmlns:a16="http://schemas.microsoft.com/office/drawing/2014/main" id="{5095860E-DFDE-7773-9B8C-C85FAAD01601}"/>
                </a:ext>
              </a:extLst>
            </p:cNvPr>
            <p:cNvSpPr txBox="1">
              <a:spLocks noChangeArrowheads="1"/>
            </p:cNvSpPr>
            <p:nvPr/>
          </p:nvSpPr>
          <p:spPr bwMode="auto">
            <a:xfrm>
              <a:off x="10283825" y="0"/>
              <a:ext cx="2005711" cy="6858000"/>
            </a:xfrm>
            <a:prstGeom prst="rect">
              <a:avLst/>
            </a:prstGeom>
            <a:solidFill>
              <a:srgbClr val="4472C4">
                <a:lumMod val="50000"/>
              </a:srgbClr>
            </a:solidFill>
            <a:ln w="12700" cap="flat" cmpd="sng" algn="ctr">
              <a:noFill/>
              <a:prstDash val="solid"/>
              <a:miter lim="800000"/>
            </a:ln>
            <a:effectLst/>
          </p:spPr>
          <p:txBody>
            <a:bodyPr rtlCol="0" anchor="t"/>
            <a:lstStyle>
              <a:defPPr>
                <a:defRPr lang="en-US"/>
              </a:defPPr>
              <a:lvl1pPr marR="0" lvl="0" indent="0" algn="ctr" defTabSz="914400" fontAlgn="auto">
                <a:lnSpc>
                  <a:spcPct val="100000"/>
                </a:lnSpc>
                <a:spcBef>
                  <a:spcPts val="0"/>
                </a:spcBef>
                <a:spcAft>
                  <a:spcPts val="0"/>
                </a:spcAft>
                <a:buClrTx/>
                <a:buSzTx/>
                <a:buFontTx/>
                <a:buNone/>
                <a:tabLst/>
                <a:defRPr kumimoji="0" b="0" i="0" u="none" strike="noStrike" kern="0" cap="none" spc="0" normalizeH="0" baseline="0">
                  <a:ln>
                    <a:noFill/>
                  </a:ln>
                  <a:solidFill>
                    <a:prstClr val="white"/>
                  </a:solidFill>
                  <a:effectLst/>
                  <a:uLnTx/>
                  <a:uFillTx/>
                  <a:latin typeface="Calibri" panose="020F050202020403020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Métodos de </a:t>
              </a:r>
              <a:r>
                <a:rPr kumimoji="0" lang="es-ES" sz="1000" b="1" i="0" u="none" strike="noStrike" kern="1200" cap="none" spc="0" normalizeH="0" baseline="0" noProof="0" dirty="0" err="1">
                  <a:ln>
                    <a:noFill/>
                  </a:ln>
                  <a:solidFill>
                    <a:srgbClr val="FFFFFF"/>
                  </a:solidFill>
                  <a:effectLst/>
                  <a:uLnTx/>
                  <a:uFillTx/>
                  <a:latin typeface="Arial" charset="0"/>
                  <a:ea typeface="+mn-ea"/>
                  <a:cs typeface="Arial" charset="0"/>
                </a:rPr>
                <a:t>Clusterización</a:t>
              </a: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Contenido</a:t>
              </a: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Métodos de </a:t>
              </a:r>
              <a:r>
                <a:rPr kumimoji="0" lang="es-ES" sz="1050" b="1"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marR="0" lvl="0" indent="0" algn="l" defTabSz="914400" rtl="0" eaLnBrk="1" fontAlgn="auto" latinLnBrk="0" hangingPunct="1">
                <a:lnSpc>
                  <a:spcPct val="100000"/>
                </a:lnSpc>
                <a:spcBef>
                  <a:spcPts val="75"/>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Estructura – Métodos de </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KNN </a:t>
              </a:r>
            </a:p>
            <a:p>
              <a:pPr marL="117475" algn="l">
                <a:spcBef>
                  <a:spcPts val="75"/>
                </a:spcBef>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 K-</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Means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a:t>
              </a:r>
              <a:r>
                <a:rPr lang="es-ES" sz="1000" kern="1200" dirty="0" err="1">
                  <a:latin typeface="Arial" panose="020B0604020202020204" pitchFamily="34" charset="0"/>
                  <a:cs typeface="Arial" panose="020B0604020202020204" pitchFamily="34" charset="0"/>
                </a:rPr>
                <a:t>Means</a:t>
              </a:r>
              <a:r>
                <a:rPr lang="es-ES" sz="1000" kern="1200" dirty="0">
                  <a:latin typeface="Arial" panose="020B0604020202020204" pitchFamily="34" charset="0"/>
                  <a:cs typeface="Arial" panose="020B0604020202020204" pitchFamily="34" charset="0"/>
                </a:rPr>
                <a:t> (</a:t>
              </a:r>
              <a:r>
                <a:rPr lang="es-ES" sz="1000" kern="1200" dirty="0" err="1">
                  <a:latin typeface="Arial" panose="020B0604020202020204" pitchFamily="34" charset="0"/>
                  <a:cs typeface="Arial" panose="020B0604020202020204" pitchFamily="34" charset="0"/>
                </a:rPr>
                <a:t>Steps</a:t>
              </a:r>
              <a:r>
                <a:rPr lang="es-ES" sz="1000" kern="1200" dirty="0">
                  <a:latin typeface="Arial" panose="020B0604020202020204" pitchFamily="34" charset="0"/>
                  <a:cs typeface="Arial" panose="020B0604020202020204" pitchFamily="34" charset="0"/>
                </a:rPr>
                <a:t>)</a:t>
              </a:r>
            </a:p>
            <a:p>
              <a:pPr marL="117475" algn="l">
                <a:spcBef>
                  <a:spcPts val="75"/>
                </a:spcBef>
                <a:defRPr/>
              </a:pPr>
              <a:r>
                <a:rPr lang="es-ES" sz="1000" kern="1200" dirty="0">
                  <a:latin typeface="Arial" panose="020B0604020202020204" pitchFamily="34" charset="0"/>
                  <a:cs typeface="Arial" panose="020B0604020202020204" pitchFamily="34" charset="0"/>
                </a:rPr>
                <a:t>CASO DE ESTUDIO</a:t>
              </a:r>
            </a:p>
            <a:p>
              <a:pPr marL="117475" marR="0" lvl="0" indent="0" algn="l" defTabSz="914400" rtl="0" eaLnBrk="1" fontAlgn="auto" latinLnBrk="0" hangingPunct="1">
                <a:lnSpc>
                  <a:spcPct val="100000"/>
                </a:lnSpc>
                <a:spcBef>
                  <a:spcPts val="75"/>
                </a:spcBef>
                <a:spcAft>
                  <a:spcPts val="0"/>
                </a:spcAft>
                <a:buClrTx/>
                <a:buSzTx/>
                <a:buFontTx/>
                <a:buNone/>
                <a:tabLst/>
                <a:defRPr/>
              </a:pPr>
              <a:endParaRPr kumimoji="0" lang="es-ES" sz="108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Referencias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6" name="Picture 2" descr="El Ágora">
              <a:extLst>
                <a:ext uri="{FF2B5EF4-FFF2-40B4-BE49-F238E27FC236}">
                  <a16:creationId xmlns:a16="http://schemas.microsoft.com/office/drawing/2014/main" id="{9A921B86-FD6A-2938-7AEF-0DD8C2D591F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200" r="71615" b="38696"/>
            <a:stretch/>
          </p:blipFill>
          <p:spPr bwMode="auto">
            <a:xfrm>
              <a:off x="10588327" y="879000"/>
              <a:ext cx="1299169" cy="1369058"/>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ectángulo 8">
            <a:extLst>
              <a:ext uri="{FF2B5EF4-FFF2-40B4-BE49-F238E27FC236}">
                <a16:creationId xmlns:a16="http://schemas.microsoft.com/office/drawing/2014/main" id="{D9797E39-2761-8221-09EF-F43E8355ADF2}"/>
              </a:ext>
            </a:extLst>
          </p:cNvPr>
          <p:cNvSpPr/>
          <p:nvPr/>
        </p:nvSpPr>
        <p:spPr>
          <a:xfrm>
            <a:off x="384941" y="173417"/>
            <a:ext cx="7936099" cy="705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1200"/>
              </a:spcAft>
              <a:buClrTx/>
              <a:buSzTx/>
              <a:tabLst/>
              <a:defRPr/>
            </a:pPr>
            <a:r>
              <a:rPr kumimoji="0" lang="es-ES" sz="28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Estructura – Métodos de </a:t>
            </a:r>
            <a:r>
              <a:rPr kumimoji="0" lang="es-ES" sz="2800" b="1" i="0"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Clusterización</a:t>
            </a:r>
            <a:endParaRPr kumimoji="0" lang="es-ES" sz="2800" b="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endParaRPr>
          </a:p>
        </p:txBody>
      </p:sp>
      <p:pic>
        <p:nvPicPr>
          <p:cNvPr id="10" name="Picture 2" descr="Clase digital 7. Clusterización - Licenciatura en Contador público">
            <a:extLst>
              <a:ext uri="{FF2B5EF4-FFF2-40B4-BE49-F238E27FC236}">
                <a16:creationId xmlns:a16="http://schemas.microsoft.com/office/drawing/2014/main" id="{3CB2F24B-8786-830F-B042-507F16272E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563" y="3428999"/>
            <a:ext cx="8986306" cy="3239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2069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751FFE9-BADB-F874-962C-5195E6F65739}"/>
              </a:ext>
            </a:extLst>
          </p:cNvPr>
          <p:cNvSpPr/>
          <p:nvPr/>
        </p:nvSpPr>
        <p:spPr>
          <a:xfrm>
            <a:off x="496111" y="879000"/>
            <a:ext cx="9483210" cy="254999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marL="342900" indent="-342900" algn="just">
              <a:spcAft>
                <a:spcPts val="600"/>
              </a:spcAft>
              <a:buFont typeface="Arial" panose="020B0604020202020204" pitchFamily="34" charset="0"/>
              <a:buChar char="•"/>
            </a:pPr>
            <a:r>
              <a:rPr lang="es-ES" sz="2400" i="1" dirty="0">
                <a:solidFill>
                  <a:srgbClr val="333333"/>
                </a:solidFill>
                <a:latin typeface="Helvetica Neue"/>
              </a:rPr>
              <a:t>Este método selecciona los datos </a:t>
            </a:r>
            <a:r>
              <a:rPr lang="es-ES" sz="2400" b="1" i="1" dirty="0">
                <a:solidFill>
                  <a:srgbClr val="00329A"/>
                </a:solidFill>
                <a:latin typeface="Helvetica Neue"/>
              </a:rPr>
              <a:t>más parecidos </a:t>
            </a:r>
            <a:r>
              <a:rPr lang="es-ES" sz="2400" i="1" dirty="0">
                <a:solidFill>
                  <a:srgbClr val="333333"/>
                </a:solidFill>
                <a:latin typeface="Helvetica Neue"/>
              </a:rPr>
              <a:t>a un valor de entrada (Solicitante de Crédito: Edad, Ingresos, Egresos, Monto).</a:t>
            </a:r>
          </a:p>
          <a:p>
            <a:pPr marL="342900" indent="-342900" algn="just">
              <a:spcAft>
                <a:spcPts val="600"/>
              </a:spcAft>
              <a:buFont typeface="Arial" panose="020B0604020202020204" pitchFamily="34" charset="0"/>
              <a:buChar char="•"/>
            </a:pPr>
            <a:r>
              <a:rPr lang="es-ES" sz="2400" i="1" dirty="0">
                <a:solidFill>
                  <a:srgbClr val="333333"/>
                </a:solidFill>
                <a:latin typeface="Helvetica Neue"/>
              </a:rPr>
              <a:t>De este grupo de personas se determina la probabilidad de </a:t>
            </a:r>
            <a:r>
              <a:rPr lang="es-ES" sz="2400" i="1" dirty="0" err="1">
                <a:solidFill>
                  <a:srgbClr val="333333"/>
                </a:solidFill>
                <a:latin typeface="Helvetica Neue"/>
              </a:rPr>
              <a:t>PreAprobación</a:t>
            </a:r>
            <a:r>
              <a:rPr lang="es-ES" sz="2400" i="1" dirty="0">
                <a:solidFill>
                  <a:srgbClr val="333333"/>
                </a:solidFill>
                <a:latin typeface="Helvetica Neue"/>
              </a:rPr>
              <a:t> o </a:t>
            </a:r>
            <a:r>
              <a:rPr lang="es-ES" sz="2400" i="1" dirty="0" err="1">
                <a:solidFill>
                  <a:srgbClr val="333333"/>
                </a:solidFill>
                <a:latin typeface="Helvetica Neue"/>
              </a:rPr>
              <a:t>PreNegación</a:t>
            </a:r>
            <a:r>
              <a:rPr lang="es-ES" sz="2400" i="1" dirty="0">
                <a:solidFill>
                  <a:srgbClr val="333333"/>
                </a:solidFill>
                <a:latin typeface="Helvetica Neue"/>
              </a:rPr>
              <a:t> de un Crédito. </a:t>
            </a:r>
          </a:p>
          <a:p>
            <a:pPr marL="342900" indent="-342900" algn="just">
              <a:spcAft>
                <a:spcPts val="600"/>
              </a:spcAft>
              <a:buFont typeface="Arial" panose="020B0604020202020204" pitchFamily="34" charset="0"/>
              <a:buChar char="•"/>
            </a:pPr>
            <a:r>
              <a:rPr lang="es-ES" sz="2400" i="1" dirty="0">
                <a:solidFill>
                  <a:srgbClr val="333333"/>
                </a:solidFill>
                <a:latin typeface="Helvetica Neue"/>
              </a:rPr>
              <a:t>En este método se debe especificar el </a:t>
            </a:r>
            <a:r>
              <a:rPr lang="es-ES" sz="2400" i="1" dirty="0">
                <a:solidFill>
                  <a:srgbClr val="00329A"/>
                </a:solidFill>
                <a:latin typeface="Helvetica Neue"/>
              </a:rPr>
              <a:t>número de vecinos cercanos </a:t>
            </a:r>
            <a:r>
              <a:rPr lang="es-ES" sz="2400" i="1" dirty="0">
                <a:solidFill>
                  <a:srgbClr val="333333"/>
                </a:solidFill>
                <a:latin typeface="Helvetica Neue"/>
              </a:rPr>
              <a:t>que se quiere evaluar.</a:t>
            </a:r>
          </a:p>
        </p:txBody>
      </p:sp>
      <p:sp>
        <p:nvSpPr>
          <p:cNvPr id="9" name="Rectángulo 8">
            <a:extLst>
              <a:ext uri="{FF2B5EF4-FFF2-40B4-BE49-F238E27FC236}">
                <a16:creationId xmlns:a16="http://schemas.microsoft.com/office/drawing/2014/main" id="{D9797E39-2761-8221-09EF-F43E8355ADF2}"/>
              </a:ext>
            </a:extLst>
          </p:cNvPr>
          <p:cNvSpPr/>
          <p:nvPr/>
        </p:nvSpPr>
        <p:spPr>
          <a:xfrm>
            <a:off x="384941" y="173417"/>
            <a:ext cx="7936099" cy="705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1200"/>
              </a:spcAft>
              <a:buClrTx/>
              <a:buSzTx/>
              <a:tabLst/>
              <a:defRPr/>
            </a:pPr>
            <a:r>
              <a:rPr kumimoji="0" lang="en-US" sz="2800" b="1" i="0"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Método</a:t>
            </a:r>
            <a:r>
              <a:rPr kumimoji="0" lang="en-US" sz="28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KNN – K Nearest Neighbor</a:t>
            </a:r>
          </a:p>
        </p:txBody>
      </p:sp>
      <p:pic>
        <p:nvPicPr>
          <p:cNvPr id="7" name="Picture 2">
            <a:extLst>
              <a:ext uri="{FF2B5EF4-FFF2-40B4-BE49-F238E27FC236}">
                <a16:creationId xmlns:a16="http://schemas.microsoft.com/office/drawing/2014/main" id="{9D49EAD9-A64D-633A-3173-4A49EF7971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5995" y="3562350"/>
            <a:ext cx="3857625" cy="329565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upo 7">
            <a:extLst>
              <a:ext uri="{FF2B5EF4-FFF2-40B4-BE49-F238E27FC236}">
                <a16:creationId xmlns:a16="http://schemas.microsoft.com/office/drawing/2014/main" id="{43BCBC01-63DA-494D-A0D4-AE596F06E361}"/>
              </a:ext>
            </a:extLst>
          </p:cNvPr>
          <p:cNvGrpSpPr/>
          <p:nvPr/>
        </p:nvGrpSpPr>
        <p:grpSpPr>
          <a:xfrm>
            <a:off x="10283825" y="0"/>
            <a:ext cx="2005711" cy="6858000"/>
            <a:chOff x="10283825" y="0"/>
            <a:chExt cx="2005711" cy="6858000"/>
          </a:xfrm>
        </p:grpSpPr>
        <p:sp>
          <p:nvSpPr>
            <p:cNvPr id="10" name="Cuadro de texto 9">
              <a:extLst>
                <a:ext uri="{FF2B5EF4-FFF2-40B4-BE49-F238E27FC236}">
                  <a16:creationId xmlns:a16="http://schemas.microsoft.com/office/drawing/2014/main" id="{A79408AD-4B75-4993-A5EB-007EE29725A8}"/>
                </a:ext>
              </a:extLst>
            </p:cNvPr>
            <p:cNvSpPr txBox="1">
              <a:spLocks noChangeArrowheads="1"/>
            </p:cNvSpPr>
            <p:nvPr/>
          </p:nvSpPr>
          <p:spPr bwMode="auto">
            <a:xfrm>
              <a:off x="10283825" y="0"/>
              <a:ext cx="2005711" cy="6858000"/>
            </a:xfrm>
            <a:prstGeom prst="rect">
              <a:avLst/>
            </a:prstGeom>
            <a:solidFill>
              <a:srgbClr val="4472C4">
                <a:lumMod val="50000"/>
              </a:srgbClr>
            </a:solidFill>
            <a:ln w="12700" cap="flat" cmpd="sng" algn="ctr">
              <a:noFill/>
              <a:prstDash val="solid"/>
              <a:miter lim="800000"/>
            </a:ln>
            <a:effectLst/>
          </p:spPr>
          <p:txBody>
            <a:bodyPr rtlCol="0" anchor="t"/>
            <a:lstStyle>
              <a:defPPr>
                <a:defRPr lang="en-US"/>
              </a:defPPr>
              <a:lvl1pPr marR="0" lvl="0" indent="0" algn="ctr" defTabSz="914400" fontAlgn="auto">
                <a:lnSpc>
                  <a:spcPct val="100000"/>
                </a:lnSpc>
                <a:spcBef>
                  <a:spcPts val="0"/>
                </a:spcBef>
                <a:spcAft>
                  <a:spcPts val="0"/>
                </a:spcAft>
                <a:buClrTx/>
                <a:buSzTx/>
                <a:buFontTx/>
                <a:buNone/>
                <a:tabLst/>
                <a:defRPr kumimoji="0" b="0" i="0" u="none" strike="noStrike" kern="0" cap="none" spc="0" normalizeH="0" baseline="0">
                  <a:ln>
                    <a:noFill/>
                  </a:ln>
                  <a:solidFill>
                    <a:prstClr val="white"/>
                  </a:solidFill>
                  <a:effectLst/>
                  <a:uLnTx/>
                  <a:uFillTx/>
                  <a:latin typeface="Calibri" panose="020F050202020403020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Métodos de </a:t>
              </a:r>
              <a:r>
                <a:rPr kumimoji="0" lang="es-ES" sz="1000" b="1" i="0" u="none" strike="noStrike" kern="1200" cap="none" spc="0" normalizeH="0" baseline="0" noProof="0" dirty="0" err="1">
                  <a:ln>
                    <a:noFill/>
                  </a:ln>
                  <a:solidFill>
                    <a:srgbClr val="FFFFFF"/>
                  </a:solidFill>
                  <a:effectLst/>
                  <a:uLnTx/>
                  <a:uFillTx/>
                  <a:latin typeface="Arial" charset="0"/>
                  <a:ea typeface="+mn-ea"/>
                  <a:cs typeface="Arial" charset="0"/>
                </a:rPr>
                <a:t>Clusterización</a:t>
              </a: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Contenido</a:t>
              </a: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Métodos de </a:t>
              </a:r>
              <a:r>
                <a:rPr kumimoji="0" lang="es-ES" sz="1050" b="1"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marR="0" lvl="0" indent="0" algn="l" defTabSz="914400" rtl="0" eaLnBrk="1" fontAlgn="auto" latinLnBrk="0" hangingPunct="1">
                <a:lnSpc>
                  <a:spcPct val="100000"/>
                </a:lnSpc>
                <a:spcBef>
                  <a:spcPts val="75"/>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Estructura – Métodos de </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KNN </a:t>
              </a:r>
            </a:p>
            <a:p>
              <a:pPr marL="117475" algn="l">
                <a:spcBef>
                  <a:spcPts val="75"/>
                </a:spcBef>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 K-</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Means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a:t>
              </a:r>
              <a:r>
                <a:rPr lang="es-ES" sz="1000" kern="1200" dirty="0" err="1">
                  <a:latin typeface="Arial" panose="020B0604020202020204" pitchFamily="34" charset="0"/>
                  <a:cs typeface="Arial" panose="020B0604020202020204" pitchFamily="34" charset="0"/>
                </a:rPr>
                <a:t>Means</a:t>
              </a:r>
              <a:r>
                <a:rPr lang="es-ES" sz="1000" kern="1200" dirty="0">
                  <a:latin typeface="Arial" panose="020B0604020202020204" pitchFamily="34" charset="0"/>
                  <a:cs typeface="Arial" panose="020B0604020202020204" pitchFamily="34" charset="0"/>
                </a:rPr>
                <a:t> (</a:t>
              </a:r>
              <a:r>
                <a:rPr lang="es-ES" sz="1000" kern="1200" dirty="0" err="1">
                  <a:latin typeface="Arial" panose="020B0604020202020204" pitchFamily="34" charset="0"/>
                  <a:cs typeface="Arial" panose="020B0604020202020204" pitchFamily="34" charset="0"/>
                </a:rPr>
                <a:t>Steps</a:t>
              </a:r>
              <a:r>
                <a:rPr lang="es-ES" sz="1000" kern="1200" dirty="0">
                  <a:latin typeface="Arial" panose="020B0604020202020204" pitchFamily="34" charset="0"/>
                  <a:cs typeface="Arial" panose="020B0604020202020204" pitchFamily="34" charset="0"/>
                </a:rPr>
                <a:t>)</a:t>
              </a:r>
            </a:p>
            <a:p>
              <a:pPr marL="117475" algn="l">
                <a:spcBef>
                  <a:spcPts val="75"/>
                </a:spcBef>
                <a:defRPr/>
              </a:pPr>
              <a:r>
                <a:rPr lang="es-ES" sz="1000" kern="1200" dirty="0">
                  <a:latin typeface="Arial" panose="020B0604020202020204" pitchFamily="34" charset="0"/>
                  <a:cs typeface="Arial" panose="020B0604020202020204" pitchFamily="34" charset="0"/>
                </a:rPr>
                <a:t>CASO DE ESTUDIO</a:t>
              </a:r>
            </a:p>
            <a:p>
              <a:pPr marL="117475" marR="0" lvl="0" indent="0" algn="l" defTabSz="914400" rtl="0" eaLnBrk="1" fontAlgn="auto" latinLnBrk="0" hangingPunct="1">
                <a:lnSpc>
                  <a:spcPct val="100000"/>
                </a:lnSpc>
                <a:spcBef>
                  <a:spcPts val="75"/>
                </a:spcBef>
                <a:spcAft>
                  <a:spcPts val="0"/>
                </a:spcAft>
                <a:buClrTx/>
                <a:buSzTx/>
                <a:buFontTx/>
                <a:buNone/>
                <a:tabLst/>
                <a:defRPr/>
              </a:pPr>
              <a:endParaRPr kumimoji="0" lang="es-ES" sz="108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Referencias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1" name="Picture 2" descr="El Ágora">
              <a:extLst>
                <a:ext uri="{FF2B5EF4-FFF2-40B4-BE49-F238E27FC236}">
                  <a16:creationId xmlns:a16="http://schemas.microsoft.com/office/drawing/2014/main" id="{0FCA235B-B243-4104-807D-AEED411FAC5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200" r="71615" b="38696"/>
            <a:stretch/>
          </p:blipFill>
          <p:spPr bwMode="auto">
            <a:xfrm>
              <a:off x="10588327" y="879000"/>
              <a:ext cx="1299169" cy="136905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76154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ángulo 4">
                <a:extLst>
                  <a:ext uri="{FF2B5EF4-FFF2-40B4-BE49-F238E27FC236}">
                    <a16:creationId xmlns:a16="http://schemas.microsoft.com/office/drawing/2014/main" id="{4751FFE9-BADB-F874-962C-5195E6F65739}"/>
                  </a:ext>
                </a:extLst>
              </p:cNvPr>
              <p:cNvSpPr/>
              <p:nvPr/>
            </p:nvSpPr>
            <p:spPr>
              <a:xfrm>
                <a:off x="496111" y="879000"/>
                <a:ext cx="9483210" cy="405876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marL="342900" indent="-342900" algn="just">
                  <a:spcAft>
                    <a:spcPts val="600"/>
                  </a:spcAft>
                  <a:buFont typeface="Arial" panose="020B0604020202020204" pitchFamily="34" charset="0"/>
                  <a:buChar char="•"/>
                </a:pPr>
                <a:r>
                  <a:rPr lang="es-ES" sz="2400" i="1" dirty="0">
                    <a:solidFill>
                      <a:srgbClr val="333333"/>
                    </a:solidFill>
                    <a:latin typeface="Helvetica Neue"/>
                  </a:rPr>
                  <a:t>Este método calcula la distancia de un solicitante nuevo a cada uno de los solicitantes existentes y que posean un valor de </a:t>
                </a:r>
                <a:r>
                  <a:rPr lang="es-ES" sz="2400" i="1" dirty="0" err="1">
                    <a:solidFill>
                      <a:srgbClr val="333333"/>
                    </a:solidFill>
                    <a:latin typeface="Helvetica Neue"/>
                  </a:rPr>
                  <a:t>PreApr</a:t>
                </a:r>
                <a:r>
                  <a:rPr lang="es-ES" sz="2400" i="1" dirty="0">
                    <a:solidFill>
                      <a:srgbClr val="333333"/>
                    </a:solidFill>
                    <a:latin typeface="Helvetica Neue"/>
                  </a:rPr>
                  <a:t>.</a:t>
                </a:r>
              </a:p>
              <a:p>
                <a:pPr marL="342900" indent="-342900" algn="just">
                  <a:spcAft>
                    <a:spcPts val="600"/>
                  </a:spcAft>
                  <a:buFont typeface="Arial" panose="020B0604020202020204" pitchFamily="34" charset="0"/>
                  <a:buChar char="•"/>
                </a:pPr>
                <a:r>
                  <a:rPr lang="es-ES" sz="2400" i="1" dirty="0">
                    <a:solidFill>
                      <a:srgbClr val="333333"/>
                    </a:solidFill>
                    <a:latin typeface="Helvetica Neue"/>
                  </a:rPr>
                  <a:t>Esta fórmula se calcula de la siguiente manera:</a:t>
                </a:r>
              </a:p>
              <a:p>
                <a:pPr algn="just">
                  <a:spcAft>
                    <a:spcPts val="600"/>
                  </a:spcAft>
                </a:pPr>
                <a14:m>
                  <m:oMathPara xmlns:m="http://schemas.openxmlformats.org/officeDocument/2006/math">
                    <m:oMathParaPr>
                      <m:jc m:val="centerGroup"/>
                    </m:oMathParaPr>
                    <m:oMath xmlns:m="http://schemas.openxmlformats.org/officeDocument/2006/math">
                      <m: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𝐷𝑠𝑛</m:t>
                      </m:r>
                      <m: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m:t>
                      </m:r>
                      <m: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𝑠</m:t>
                      </m:r>
                      <m: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m:t>
                      </m:r>
                      <m:rad>
                        <m:radPr>
                          <m:degHide m:val="on"/>
                          <m:ctrlP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radPr>
                        <m:deg/>
                        <m:e>
                          <m:sSup>
                            <m:sSupPr>
                              <m:ctrlP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sSupPr>
                            <m:e>
                              <m:d>
                                <m:dPr>
                                  <m:ctrlP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dPr>
                                <m:e>
                                  <m: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𝑋𝑠</m:t>
                                  </m:r>
                                  <m: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m:t>
                                  </m:r>
                                  <m: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𝑋𝑠𝑛</m:t>
                                  </m:r>
                                </m:e>
                              </m:d>
                            </m:e>
                            <m:sup>
                              <m: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p>
                          </m:sSup>
                        </m:e>
                      </m:rad>
                      <m: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 </m:t>
                      </m:r>
                    </m:oMath>
                  </m:oMathPara>
                </a14:m>
                <a:endParaRPr lang="es-ES" sz="2400" i="1" dirty="0">
                  <a:solidFill>
                    <a:srgbClr val="333333"/>
                  </a:solidFill>
                  <a:latin typeface="Helvetica Neue"/>
                </a:endParaRPr>
              </a:p>
              <a:p>
                <a:pPr lvl="2" algn="just">
                  <a:spcAft>
                    <a:spcPts val="600"/>
                  </a:spcAft>
                </a:pPr>
                <a:r>
                  <a:rPr lang="es-ES" sz="2000" i="1" dirty="0">
                    <a:solidFill>
                      <a:srgbClr val="333333"/>
                    </a:solidFill>
                    <a:latin typeface="Helvetica Neue"/>
                  </a:rPr>
                  <a:t>𝐷𝑠𝑛,𝑠: Distancia de un solicitante nuevo a un solicitante existente.</a:t>
                </a:r>
              </a:p>
              <a:p>
                <a:pPr lvl="2" algn="just">
                  <a:spcAft>
                    <a:spcPts val="600"/>
                  </a:spcAft>
                </a:pPr>
                <a:r>
                  <a:rPr lang="es-ES" sz="2000" i="1" dirty="0">
                    <a:solidFill>
                      <a:srgbClr val="333333"/>
                    </a:solidFill>
                    <a:latin typeface="Helvetica Neue"/>
                  </a:rPr>
                  <a:t>𝑋𝑠: Variables socioeconómicas de un solicitante existente.</a:t>
                </a:r>
              </a:p>
              <a:p>
                <a:pPr lvl="2" algn="just">
                  <a:spcAft>
                    <a:spcPts val="600"/>
                  </a:spcAft>
                </a:pPr>
                <a:r>
                  <a:rPr lang="es-ES" sz="2000" i="1" dirty="0">
                    <a:solidFill>
                      <a:srgbClr val="333333"/>
                    </a:solidFill>
                    <a:latin typeface="Helvetica Neue"/>
                  </a:rPr>
                  <a:t>𝑋𝑠𝑛: Variables del Solicitante Nuevo.</a:t>
                </a:r>
              </a:p>
              <a:p>
                <a:pPr marL="342900" indent="-342900" algn="just">
                  <a:spcAft>
                    <a:spcPts val="600"/>
                  </a:spcAft>
                  <a:buFont typeface="Arial" panose="020B0604020202020204" pitchFamily="34" charset="0"/>
                  <a:buChar char="•"/>
                </a:pPr>
                <a:r>
                  <a:rPr lang="es-ES" sz="2400" i="1" dirty="0">
                    <a:solidFill>
                      <a:srgbClr val="333333"/>
                    </a:solidFill>
                    <a:latin typeface="Helvetica Neue"/>
                  </a:rPr>
                  <a:t>Los solicitantes existentes son ordenados de menor a mayor en distancia, y se cuentan el número de preaprobados y negados más cercano (K=10 vecinos más cercanos).</a:t>
                </a:r>
              </a:p>
            </p:txBody>
          </p:sp>
        </mc:Choice>
        <mc:Fallback xmlns="">
          <p:sp>
            <p:nvSpPr>
              <p:cNvPr id="5" name="Rectángulo 4">
                <a:extLst>
                  <a:ext uri="{FF2B5EF4-FFF2-40B4-BE49-F238E27FC236}">
                    <a16:creationId xmlns:a16="http://schemas.microsoft.com/office/drawing/2014/main" id="{4751FFE9-BADB-F874-962C-5195E6F65739}"/>
                  </a:ext>
                </a:extLst>
              </p:cNvPr>
              <p:cNvSpPr>
                <a:spLocks noRot="1" noChangeAspect="1" noMove="1" noResize="1" noEditPoints="1" noAdjustHandles="1" noChangeArrowheads="1" noChangeShapeType="1" noTextEdit="1"/>
              </p:cNvSpPr>
              <p:nvPr/>
            </p:nvSpPr>
            <p:spPr>
              <a:xfrm>
                <a:off x="496111" y="879000"/>
                <a:ext cx="9483210" cy="4058760"/>
              </a:xfrm>
              <a:prstGeom prst="rect">
                <a:avLst/>
              </a:prstGeom>
              <a:blipFill>
                <a:blip r:embed="rId3"/>
                <a:stretch>
                  <a:fillRect l="-835" t="-1051" r="-1028" b="-13514"/>
                </a:stretch>
              </a:blipFill>
              <a:ln>
                <a:noFill/>
              </a:ln>
            </p:spPr>
            <p:txBody>
              <a:bodyPr/>
              <a:lstStyle/>
              <a:p>
                <a:r>
                  <a:rPr lang="es-ES">
                    <a:noFill/>
                  </a:rPr>
                  <a:t> </a:t>
                </a:r>
              </a:p>
            </p:txBody>
          </p:sp>
        </mc:Fallback>
      </mc:AlternateContent>
      <p:sp>
        <p:nvSpPr>
          <p:cNvPr id="9" name="Rectángulo 8">
            <a:extLst>
              <a:ext uri="{FF2B5EF4-FFF2-40B4-BE49-F238E27FC236}">
                <a16:creationId xmlns:a16="http://schemas.microsoft.com/office/drawing/2014/main" id="{D9797E39-2761-8221-09EF-F43E8355ADF2}"/>
              </a:ext>
            </a:extLst>
          </p:cNvPr>
          <p:cNvSpPr/>
          <p:nvPr/>
        </p:nvSpPr>
        <p:spPr>
          <a:xfrm>
            <a:off x="384941" y="173417"/>
            <a:ext cx="7936099" cy="705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1200"/>
              </a:spcAft>
              <a:buClrTx/>
              <a:buSzTx/>
              <a:tabLst/>
              <a:defRPr/>
            </a:pPr>
            <a:r>
              <a:rPr kumimoji="0" lang="en-US" sz="2800" b="1" i="0"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Método</a:t>
            </a:r>
            <a:r>
              <a:rPr kumimoji="0" lang="en-US" sz="28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KNN – K Nearest Neighbor</a:t>
            </a:r>
          </a:p>
        </p:txBody>
      </p:sp>
      <p:grpSp>
        <p:nvGrpSpPr>
          <p:cNvPr id="7" name="Grupo 6">
            <a:extLst>
              <a:ext uri="{FF2B5EF4-FFF2-40B4-BE49-F238E27FC236}">
                <a16:creationId xmlns:a16="http://schemas.microsoft.com/office/drawing/2014/main" id="{6A02C3DD-0A0F-44FA-8F4E-7331E47B35F9}"/>
              </a:ext>
            </a:extLst>
          </p:cNvPr>
          <p:cNvGrpSpPr/>
          <p:nvPr/>
        </p:nvGrpSpPr>
        <p:grpSpPr>
          <a:xfrm>
            <a:off x="10283825" y="0"/>
            <a:ext cx="2005711" cy="6858000"/>
            <a:chOff x="10283825" y="0"/>
            <a:chExt cx="2005711" cy="6858000"/>
          </a:xfrm>
        </p:grpSpPr>
        <p:sp>
          <p:nvSpPr>
            <p:cNvPr id="8" name="Cuadro de texto 9">
              <a:extLst>
                <a:ext uri="{FF2B5EF4-FFF2-40B4-BE49-F238E27FC236}">
                  <a16:creationId xmlns:a16="http://schemas.microsoft.com/office/drawing/2014/main" id="{A63AB91D-617C-4482-A74F-C6418DB7D289}"/>
                </a:ext>
              </a:extLst>
            </p:cNvPr>
            <p:cNvSpPr txBox="1">
              <a:spLocks noChangeArrowheads="1"/>
            </p:cNvSpPr>
            <p:nvPr/>
          </p:nvSpPr>
          <p:spPr bwMode="auto">
            <a:xfrm>
              <a:off x="10283825" y="0"/>
              <a:ext cx="2005711" cy="6858000"/>
            </a:xfrm>
            <a:prstGeom prst="rect">
              <a:avLst/>
            </a:prstGeom>
            <a:solidFill>
              <a:srgbClr val="4472C4">
                <a:lumMod val="50000"/>
              </a:srgbClr>
            </a:solidFill>
            <a:ln w="12700" cap="flat" cmpd="sng" algn="ctr">
              <a:noFill/>
              <a:prstDash val="solid"/>
              <a:miter lim="800000"/>
            </a:ln>
            <a:effectLst/>
          </p:spPr>
          <p:txBody>
            <a:bodyPr rtlCol="0" anchor="t"/>
            <a:lstStyle>
              <a:defPPr>
                <a:defRPr lang="en-US"/>
              </a:defPPr>
              <a:lvl1pPr marR="0" lvl="0" indent="0" algn="ctr" defTabSz="914400" fontAlgn="auto">
                <a:lnSpc>
                  <a:spcPct val="100000"/>
                </a:lnSpc>
                <a:spcBef>
                  <a:spcPts val="0"/>
                </a:spcBef>
                <a:spcAft>
                  <a:spcPts val="0"/>
                </a:spcAft>
                <a:buClrTx/>
                <a:buSzTx/>
                <a:buFontTx/>
                <a:buNone/>
                <a:tabLst/>
                <a:defRPr kumimoji="0" b="0" i="0" u="none" strike="noStrike" kern="0" cap="none" spc="0" normalizeH="0" baseline="0">
                  <a:ln>
                    <a:noFill/>
                  </a:ln>
                  <a:solidFill>
                    <a:prstClr val="white"/>
                  </a:solidFill>
                  <a:effectLst/>
                  <a:uLnTx/>
                  <a:uFillTx/>
                  <a:latin typeface="Calibri" panose="020F050202020403020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Métodos de </a:t>
              </a:r>
              <a:r>
                <a:rPr kumimoji="0" lang="es-ES" sz="1000" b="1" i="0" u="none" strike="noStrike" kern="1200" cap="none" spc="0" normalizeH="0" baseline="0" noProof="0" dirty="0" err="1">
                  <a:ln>
                    <a:noFill/>
                  </a:ln>
                  <a:solidFill>
                    <a:srgbClr val="FFFFFF"/>
                  </a:solidFill>
                  <a:effectLst/>
                  <a:uLnTx/>
                  <a:uFillTx/>
                  <a:latin typeface="Arial" charset="0"/>
                  <a:ea typeface="+mn-ea"/>
                  <a:cs typeface="Arial" charset="0"/>
                </a:rPr>
                <a:t>Clusterización</a:t>
              </a: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Contenido</a:t>
              </a: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Métodos de </a:t>
              </a:r>
              <a:r>
                <a:rPr kumimoji="0" lang="es-ES" sz="1050" b="1"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marR="0" lvl="0" indent="0" algn="l" defTabSz="914400" rtl="0" eaLnBrk="1" fontAlgn="auto" latinLnBrk="0" hangingPunct="1">
                <a:lnSpc>
                  <a:spcPct val="100000"/>
                </a:lnSpc>
                <a:spcBef>
                  <a:spcPts val="75"/>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Estructura – Métodos de </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KNN </a:t>
              </a:r>
            </a:p>
            <a:p>
              <a:pPr marL="117475" algn="l">
                <a:spcBef>
                  <a:spcPts val="75"/>
                </a:spcBef>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 K-</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Means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a:t>
              </a:r>
              <a:r>
                <a:rPr lang="es-ES" sz="1000" kern="1200" dirty="0" err="1">
                  <a:latin typeface="Arial" panose="020B0604020202020204" pitchFamily="34" charset="0"/>
                  <a:cs typeface="Arial" panose="020B0604020202020204" pitchFamily="34" charset="0"/>
                </a:rPr>
                <a:t>Means</a:t>
              </a:r>
              <a:r>
                <a:rPr lang="es-ES" sz="1000" kern="1200" dirty="0">
                  <a:latin typeface="Arial" panose="020B0604020202020204" pitchFamily="34" charset="0"/>
                  <a:cs typeface="Arial" panose="020B0604020202020204" pitchFamily="34" charset="0"/>
                </a:rPr>
                <a:t> (</a:t>
              </a:r>
              <a:r>
                <a:rPr lang="es-ES" sz="1000" kern="1200" dirty="0" err="1">
                  <a:latin typeface="Arial" panose="020B0604020202020204" pitchFamily="34" charset="0"/>
                  <a:cs typeface="Arial" panose="020B0604020202020204" pitchFamily="34" charset="0"/>
                </a:rPr>
                <a:t>Steps</a:t>
              </a:r>
              <a:r>
                <a:rPr lang="es-ES" sz="1000" kern="1200" dirty="0">
                  <a:latin typeface="Arial" panose="020B0604020202020204" pitchFamily="34" charset="0"/>
                  <a:cs typeface="Arial" panose="020B0604020202020204" pitchFamily="34" charset="0"/>
                </a:rPr>
                <a:t>)</a:t>
              </a:r>
            </a:p>
            <a:p>
              <a:pPr marL="117475" algn="l">
                <a:spcBef>
                  <a:spcPts val="75"/>
                </a:spcBef>
                <a:defRPr/>
              </a:pPr>
              <a:r>
                <a:rPr lang="es-ES" sz="1000" kern="1200" dirty="0">
                  <a:latin typeface="Arial" panose="020B0604020202020204" pitchFamily="34" charset="0"/>
                  <a:cs typeface="Arial" panose="020B0604020202020204" pitchFamily="34" charset="0"/>
                </a:rPr>
                <a:t>CASO DE ESTUDIO</a:t>
              </a:r>
            </a:p>
            <a:p>
              <a:pPr marL="117475" marR="0" lvl="0" indent="0" algn="l" defTabSz="914400" rtl="0" eaLnBrk="1" fontAlgn="auto" latinLnBrk="0" hangingPunct="1">
                <a:lnSpc>
                  <a:spcPct val="100000"/>
                </a:lnSpc>
                <a:spcBef>
                  <a:spcPts val="75"/>
                </a:spcBef>
                <a:spcAft>
                  <a:spcPts val="0"/>
                </a:spcAft>
                <a:buClrTx/>
                <a:buSzTx/>
                <a:buFontTx/>
                <a:buNone/>
                <a:tabLst/>
                <a:defRPr/>
              </a:pPr>
              <a:endParaRPr kumimoji="0" lang="es-ES" sz="108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Referencias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0" name="Picture 2" descr="El Ágora">
              <a:extLst>
                <a:ext uri="{FF2B5EF4-FFF2-40B4-BE49-F238E27FC236}">
                  <a16:creationId xmlns:a16="http://schemas.microsoft.com/office/drawing/2014/main" id="{424BC5C4-21FA-4750-B49A-2C2D4D0DD44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200" r="71615" b="38696"/>
            <a:stretch/>
          </p:blipFill>
          <p:spPr bwMode="auto">
            <a:xfrm>
              <a:off x="10588327" y="879000"/>
              <a:ext cx="1299169" cy="136905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46242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751FFE9-BADB-F874-962C-5195E6F65739}"/>
              </a:ext>
            </a:extLst>
          </p:cNvPr>
          <p:cNvSpPr/>
          <p:nvPr/>
        </p:nvSpPr>
        <p:spPr>
          <a:xfrm>
            <a:off x="496111" y="879000"/>
            <a:ext cx="9483210" cy="49869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marL="342900" indent="-342900" algn="just">
              <a:spcAft>
                <a:spcPts val="600"/>
              </a:spcAft>
              <a:buFont typeface="Arial" panose="020B0604020202020204" pitchFamily="34" charset="0"/>
              <a:buChar char="•"/>
            </a:pPr>
            <a:r>
              <a:rPr lang="es-ES" sz="2400" i="1" dirty="0">
                <a:solidFill>
                  <a:srgbClr val="333333"/>
                </a:solidFill>
                <a:latin typeface="Helvetica Neue"/>
              </a:rPr>
              <a:t>AUC in ROC</a:t>
            </a:r>
          </a:p>
        </p:txBody>
      </p:sp>
      <p:sp>
        <p:nvSpPr>
          <p:cNvPr id="9" name="Rectángulo 8">
            <a:extLst>
              <a:ext uri="{FF2B5EF4-FFF2-40B4-BE49-F238E27FC236}">
                <a16:creationId xmlns:a16="http://schemas.microsoft.com/office/drawing/2014/main" id="{D9797E39-2761-8221-09EF-F43E8355ADF2}"/>
              </a:ext>
            </a:extLst>
          </p:cNvPr>
          <p:cNvSpPr/>
          <p:nvPr/>
        </p:nvSpPr>
        <p:spPr>
          <a:xfrm>
            <a:off x="384941" y="173417"/>
            <a:ext cx="7936099" cy="705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1200"/>
              </a:spcAft>
              <a:buClrTx/>
              <a:buSzTx/>
              <a:tabLst/>
              <a:defRPr/>
            </a:pPr>
            <a:r>
              <a:rPr kumimoji="0" lang="en-US" sz="2800" b="1" i="0"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Método</a:t>
            </a:r>
            <a:r>
              <a:rPr kumimoji="0" lang="en-US" sz="28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KNN – K Nearest Neighbor</a:t>
            </a:r>
          </a:p>
        </p:txBody>
      </p:sp>
      <p:grpSp>
        <p:nvGrpSpPr>
          <p:cNvPr id="7" name="Grupo 6">
            <a:extLst>
              <a:ext uri="{FF2B5EF4-FFF2-40B4-BE49-F238E27FC236}">
                <a16:creationId xmlns:a16="http://schemas.microsoft.com/office/drawing/2014/main" id="{6A02C3DD-0A0F-44FA-8F4E-7331E47B35F9}"/>
              </a:ext>
            </a:extLst>
          </p:cNvPr>
          <p:cNvGrpSpPr/>
          <p:nvPr/>
        </p:nvGrpSpPr>
        <p:grpSpPr>
          <a:xfrm>
            <a:off x="10283825" y="0"/>
            <a:ext cx="2005711" cy="6858000"/>
            <a:chOff x="10283825" y="0"/>
            <a:chExt cx="2005711" cy="6858000"/>
          </a:xfrm>
        </p:grpSpPr>
        <p:sp>
          <p:nvSpPr>
            <p:cNvPr id="8" name="Cuadro de texto 9">
              <a:extLst>
                <a:ext uri="{FF2B5EF4-FFF2-40B4-BE49-F238E27FC236}">
                  <a16:creationId xmlns:a16="http://schemas.microsoft.com/office/drawing/2014/main" id="{A63AB91D-617C-4482-A74F-C6418DB7D289}"/>
                </a:ext>
              </a:extLst>
            </p:cNvPr>
            <p:cNvSpPr txBox="1">
              <a:spLocks noChangeArrowheads="1"/>
            </p:cNvSpPr>
            <p:nvPr/>
          </p:nvSpPr>
          <p:spPr bwMode="auto">
            <a:xfrm>
              <a:off x="10283825" y="0"/>
              <a:ext cx="2005711" cy="6858000"/>
            </a:xfrm>
            <a:prstGeom prst="rect">
              <a:avLst/>
            </a:prstGeom>
            <a:solidFill>
              <a:srgbClr val="4472C4">
                <a:lumMod val="50000"/>
              </a:srgbClr>
            </a:solidFill>
            <a:ln w="12700" cap="flat" cmpd="sng" algn="ctr">
              <a:noFill/>
              <a:prstDash val="solid"/>
              <a:miter lim="800000"/>
            </a:ln>
            <a:effectLst/>
          </p:spPr>
          <p:txBody>
            <a:bodyPr rtlCol="0" anchor="t"/>
            <a:lstStyle>
              <a:defPPr>
                <a:defRPr lang="en-US"/>
              </a:defPPr>
              <a:lvl1pPr marR="0" lvl="0" indent="0" algn="ctr" defTabSz="914400" fontAlgn="auto">
                <a:lnSpc>
                  <a:spcPct val="100000"/>
                </a:lnSpc>
                <a:spcBef>
                  <a:spcPts val="0"/>
                </a:spcBef>
                <a:spcAft>
                  <a:spcPts val="0"/>
                </a:spcAft>
                <a:buClrTx/>
                <a:buSzTx/>
                <a:buFontTx/>
                <a:buNone/>
                <a:tabLst/>
                <a:defRPr kumimoji="0" b="0" i="0" u="none" strike="noStrike" kern="0" cap="none" spc="0" normalizeH="0" baseline="0">
                  <a:ln>
                    <a:noFill/>
                  </a:ln>
                  <a:solidFill>
                    <a:prstClr val="white"/>
                  </a:solidFill>
                  <a:effectLst/>
                  <a:uLnTx/>
                  <a:uFillTx/>
                  <a:latin typeface="Calibri" panose="020F050202020403020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Métodos de </a:t>
              </a:r>
              <a:r>
                <a:rPr kumimoji="0" lang="es-ES" sz="1000" b="1" i="0" u="none" strike="noStrike" kern="1200" cap="none" spc="0" normalizeH="0" baseline="0" noProof="0" dirty="0" err="1">
                  <a:ln>
                    <a:noFill/>
                  </a:ln>
                  <a:solidFill>
                    <a:srgbClr val="FFFFFF"/>
                  </a:solidFill>
                  <a:effectLst/>
                  <a:uLnTx/>
                  <a:uFillTx/>
                  <a:latin typeface="Arial" charset="0"/>
                  <a:ea typeface="+mn-ea"/>
                  <a:cs typeface="Arial" charset="0"/>
                </a:rPr>
                <a:t>Clusterización</a:t>
              </a: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Contenido</a:t>
              </a: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Métodos de </a:t>
              </a:r>
              <a:r>
                <a:rPr kumimoji="0" lang="es-ES" sz="1050" b="1"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marR="0" lvl="0" indent="0" algn="l" defTabSz="914400" rtl="0" eaLnBrk="1" fontAlgn="auto" latinLnBrk="0" hangingPunct="1">
                <a:lnSpc>
                  <a:spcPct val="100000"/>
                </a:lnSpc>
                <a:spcBef>
                  <a:spcPts val="75"/>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Estructura – Métodos de </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KNN </a:t>
              </a:r>
            </a:p>
            <a:p>
              <a:pPr marL="117475" algn="l">
                <a:spcBef>
                  <a:spcPts val="75"/>
                </a:spcBef>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 K-</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Means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a:t>
              </a:r>
              <a:r>
                <a:rPr lang="es-ES" sz="1000" kern="1200" dirty="0" err="1">
                  <a:latin typeface="Arial" panose="020B0604020202020204" pitchFamily="34" charset="0"/>
                  <a:cs typeface="Arial" panose="020B0604020202020204" pitchFamily="34" charset="0"/>
                </a:rPr>
                <a:t>Means</a:t>
              </a:r>
              <a:r>
                <a:rPr lang="es-ES" sz="1000" kern="1200" dirty="0">
                  <a:latin typeface="Arial" panose="020B0604020202020204" pitchFamily="34" charset="0"/>
                  <a:cs typeface="Arial" panose="020B0604020202020204" pitchFamily="34" charset="0"/>
                </a:rPr>
                <a:t> (</a:t>
              </a:r>
              <a:r>
                <a:rPr lang="es-ES" sz="1000" kern="1200" dirty="0" err="1">
                  <a:latin typeface="Arial" panose="020B0604020202020204" pitchFamily="34" charset="0"/>
                  <a:cs typeface="Arial" panose="020B0604020202020204" pitchFamily="34" charset="0"/>
                </a:rPr>
                <a:t>Steps</a:t>
              </a:r>
              <a:r>
                <a:rPr lang="es-ES" sz="1000" kern="1200" dirty="0">
                  <a:latin typeface="Arial" panose="020B0604020202020204" pitchFamily="34" charset="0"/>
                  <a:cs typeface="Arial" panose="020B0604020202020204" pitchFamily="34" charset="0"/>
                </a:rPr>
                <a:t>)</a:t>
              </a:r>
            </a:p>
            <a:p>
              <a:pPr marL="117475" algn="l">
                <a:spcBef>
                  <a:spcPts val="75"/>
                </a:spcBef>
                <a:defRPr/>
              </a:pPr>
              <a:r>
                <a:rPr lang="es-ES" sz="1000" kern="1200" dirty="0">
                  <a:latin typeface="Arial" panose="020B0604020202020204" pitchFamily="34" charset="0"/>
                  <a:cs typeface="Arial" panose="020B0604020202020204" pitchFamily="34" charset="0"/>
                </a:rPr>
                <a:t>CASO DE ESTUDIO</a:t>
              </a:r>
            </a:p>
            <a:p>
              <a:pPr marL="117475" marR="0" lvl="0" indent="0" algn="l" defTabSz="914400" rtl="0" eaLnBrk="1" fontAlgn="auto" latinLnBrk="0" hangingPunct="1">
                <a:lnSpc>
                  <a:spcPct val="100000"/>
                </a:lnSpc>
                <a:spcBef>
                  <a:spcPts val="75"/>
                </a:spcBef>
                <a:spcAft>
                  <a:spcPts val="0"/>
                </a:spcAft>
                <a:buClrTx/>
                <a:buSzTx/>
                <a:buFontTx/>
                <a:buNone/>
                <a:tabLst/>
                <a:defRPr/>
              </a:pPr>
              <a:endParaRPr kumimoji="0" lang="es-ES" sz="108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Referencias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0" name="Picture 2" descr="El Ágora">
              <a:extLst>
                <a:ext uri="{FF2B5EF4-FFF2-40B4-BE49-F238E27FC236}">
                  <a16:creationId xmlns:a16="http://schemas.microsoft.com/office/drawing/2014/main" id="{424BC5C4-21FA-4750-B49A-2C2D4D0DD44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200" r="71615" b="38696"/>
            <a:stretch/>
          </p:blipFill>
          <p:spPr bwMode="auto">
            <a:xfrm>
              <a:off x="10588327" y="879000"/>
              <a:ext cx="1299169" cy="1369058"/>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Imagen 2" descr="Gráfico, Diagrama&#10;&#10;Descripción generada automáticamente">
            <a:extLst>
              <a:ext uri="{FF2B5EF4-FFF2-40B4-BE49-F238E27FC236}">
                <a16:creationId xmlns:a16="http://schemas.microsoft.com/office/drawing/2014/main" id="{AE290D48-52D3-67ED-3680-581C3318AB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455" y="1234680"/>
            <a:ext cx="6817209" cy="5112907"/>
          </a:xfrm>
          <a:prstGeom prst="rect">
            <a:avLst/>
          </a:prstGeom>
        </p:spPr>
      </p:pic>
    </p:spTree>
    <p:extLst>
      <p:ext uri="{BB962C8B-B14F-4D97-AF65-F5344CB8AC3E}">
        <p14:creationId xmlns:p14="http://schemas.microsoft.com/office/powerpoint/2010/main" val="50045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5AE80-CCBD-65FC-FFF5-F59D71D8E587}"/>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87F78D51-A75A-93AE-BD26-32E0AD49EA76}"/>
              </a:ext>
            </a:extLst>
          </p:cNvPr>
          <p:cNvSpPr/>
          <p:nvPr/>
        </p:nvSpPr>
        <p:spPr>
          <a:xfrm>
            <a:off x="496111" y="879000"/>
            <a:ext cx="9483210" cy="49869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marL="182563" indent="-182563" algn="just">
              <a:spcAft>
                <a:spcPts val="600"/>
              </a:spcAft>
              <a:buFont typeface="Arial" panose="020B0604020202020204" pitchFamily="34" charset="0"/>
              <a:buChar char="•"/>
            </a:pPr>
            <a:r>
              <a:rPr lang="es-ES" sz="2000" i="1" dirty="0">
                <a:solidFill>
                  <a:srgbClr val="333333"/>
                </a:solidFill>
                <a:latin typeface="Helvetica Neue"/>
              </a:rPr>
              <a:t>AUC in ROC</a:t>
            </a:r>
          </a:p>
        </p:txBody>
      </p:sp>
      <p:sp>
        <p:nvSpPr>
          <p:cNvPr id="9" name="Rectángulo 8">
            <a:extLst>
              <a:ext uri="{FF2B5EF4-FFF2-40B4-BE49-F238E27FC236}">
                <a16:creationId xmlns:a16="http://schemas.microsoft.com/office/drawing/2014/main" id="{B809111F-4B9D-B025-F95B-5BB8CACFF2E5}"/>
              </a:ext>
            </a:extLst>
          </p:cNvPr>
          <p:cNvSpPr/>
          <p:nvPr/>
        </p:nvSpPr>
        <p:spPr>
          <a:xfrm>
            <a:off x="384941" y="173417"/>
            <a:ext cx="7936099" cy="705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1200"/>
              </a:spcAft>
              <a:buClrTx/>
              <a:buSzTx/>
              <a:tabLst/>
              <a:defRPr/>
            </a:pPr>
            <a:r>
              <a:rPr kumimoji="0" lang="en-US" sz="2800" b="1" i="0"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Método</a:t>
            </a:r>
            <a:r>
              <a:rPr kumimoji="0" lang="en-US" sz="28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KNN – K Nearest Neighbor</a:t>
            </a:r>
          </a:p>
        </p:txBody>
      </p:sp>
      <p:grpSp>
        <p:nvGrpSpPr>
          <p:cNvPr id="7" name="Grupo 6">
            <a:extLst>
              <a:ext uri="{FF2B5EF4-FFF2-40B4-BE49-F238E27FC236}">
                <a16:creationId xmlns:a16="http://schemas.microsoft.com/office/drawing/2014/main" id="{A6A583FF-BD1E-0110-F7AA-3D9B36FA90D8}"/>
              </a:ext>
            </a:extLst>
          </p:cNvPr>
          <p:cNvGrpSpPr/>
          <p:nvPr/>
        </p:nvGrpSpPr>
        <p:grpSpPr>
          <a:xfrm>
            <a:off x="10283825" y="0"/>
            <a:ext cx="2005711" cy="6858000"/>
            <a:chOff x="10283825" y="0"/>
            <a:chExt cx="2005711" cy="6858000"/>
          </a:xfrm>
        </p:grpSpPr>
        <p:sp>
          <p:nvSpPr>
            <p:cNvPr id="8" name="Cuadro de texto 9">
              <a:extLst>
                <a:ext uri="{FF2B5EF4-FFF2-40B4-BE49-F238E27FC236}">
                  <a16:creationId xmlns:a16="http://schemas.microsoft.com/office/drawing/2014/main" id="{9BB15D56-6D85-F1DB-CA67-772C92D64087}"/>
                </a:ext>
              </a:extLst>
            </p:cNvPr>
            <p:cNvSpPr txBox="1">
              <a:spLocks noChangeArrowheads="1"/>
            </p:cNvSpPr>
            <p:nvPr/>
          </p:nvSpPr>
          <p:spPr bwMode="auto">
            <a:xfrm>
              <a:off x="10283825" y="0"/>
              <a:ext cx="2005711" cy="6858000"/>
            </a:xfrm>
            <a:prstGeom prst="rect">
              <a:avLst/>
            </a:prstGeom>
            <a:solidFill>
              <a:srgbClr val="4472C4">
                <a:lumMod val="50000"/>
              </a:srgbClr>
            </a:solidFill>
            <a:ln w="12700" cap="flat" cmpd="sng" algn="ctr">
              <a:noFill/>
              <a:prstDash val="solid"/>
              <a:miter lim="800000"/>
            </a:ln>
            <a:effectLst/>
          </p:spPr>
          <p:txBody>
            <a:bodyPr rtlCol="0" anchor="t"/>
            <a:lstStyle>
              <a:defPPr>
                <a:defRPr lang="en-US"/>
              </a:defPPr>
              <a:lvl1pPr marR="0" lvl="0" indent="0" algn="ctr" defTabSz="914400" fontAlgn="auto">
                <a:lnSpc>
                  <a:spcPct val="100000"/>
                </a:lnSpc>
                <a:spcBef>
                  <a:spcPts val="0"/>
                </a:spcBef>
                <a:spcAft>
                  <a:spcPts val="0"/>
                </a:spcAft>
                <a:buClrTx/>
                <a:buSzTx/>
                <a:buFontTx/>
                <a:buNone/>
                <a:tabLst/>
                <a:defRPr kumimoji="0" b="0" i="0" u="none" strike="noStrike" kern="0" cap="none" spc="0" normalizeH="0" baseline="0">
                  <a:ln>
                    <a:noFill/>
                  </a:ln>
                  <a:solidFill>
                    <a:prstClr val="white"/>
                  </a:solidFill>
                  <a:effectLst/>
                  <a:uLnTx/>
                  <a:uFillTx/>
                  <a:latin typeface="Calibri" panose="020F050202020403020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Métodos de </a:t>
              </a:r>
              <a:r>
                <a:rPr kumimoji="0" lang="es-ES" sz="1000" b="1" i="0" u="none" strike="noStrike" kern="1200" cap="none" spc="0" normalizeH="0" baseline="0" noProof="0" dirty="0" err="1">
                  <a:ln>
                    <a:noFill/>
                  </a:ln>
                  <a:solidFill>
                    <a:srgbClr val="FFFFFF"/>
                  </a:solidFill>
                  <a:effectLst/>
                  <a:uLnTx/>
                  <a:uFillTx/>
                  <a:latin typeface="Arial" charset="0"/>
                  <a:ea typeface="+mn-ea"/>
                  <a:cs typeface="Arial" charset="0"/>
                </a:rPr>
                <a:t>Clusterización</a:t>
              </a: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Contenido</a:t>
              </a: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Métodos de </a:t>
              </a:r>
              <a:r>
                <a:rPr kumimoji="0" lang="es-ES" sz="1050" b="1"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marR="0" lvl="0" indent="0" algn="l" defTabSz="914400" rtl="0" eaLnBrk="1" fontAlgn="auto" latinLnBrk="0" hangingPunct="1">
                <a:lnSpc>
                  <a:spcPct val="100000"/>
                </a:lnSpc>
                <a:spcBef>
                  <a:spcPts val="75"/>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Estructura – Métodos de </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KNN </a:t>
              </a:r>
            </a:p>
            <a:p>
              <a:pPr marL="117475" algn="l">
                <a:spcBef>
                  <a:spcPts val="75"/>
                </a:spcBef>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 K-</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Means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a:t>
              </a:r>
              <a:r>
                <a:rPr lang="es-ES" sz="1000" kern="1200" dirty="0" err="1">
                  <a:latin typeface="Arial" panose="020B0604020202020204" pitchFamily="34" charset="0"/>
                  <a:cs typeface="Arial" panose="020B0604020202020204" pitchFamily="34" charset="0"/>
                </a:rPr>
                <a:t>Means</a:t>
              </a:r>
              <a:r>
                <a:rPr lang="es-ES" sz="1000" kern="1200" dirty="0">
                  <a:latin typeface="Arial" panose="020B0604020202020204" pitchFamily="34" charset="0"/>
                  <a:cs typeface="Arial" panose="020B0604020202020204" pitchFamily="34" charset="0"/>
                </a:rPr>
                <a:t> (</a:t>
              </a:r>
              <a:r>
                <a:rPr lang="es-ES" sz="1000" kern="1200" dirty="0" err="1">
                  <a:latin typeface="Arial" panose="020B0604020202020204" pitchFamily="34" charset="0"/>
                  <a:cs typeface="Arial" panose="020B0604020202020204" pitchFamily="34" charset="0"/>
                </a:rPr>
                <a:t>Steps</a:t>
              </a:r>
              <a:r>
                <a:rPr lang="es-ES" sz="1000" kern="1200" dirty="0">
                  <a:latin typeface="Arial" panose="020B0604020202020204" pitchFamily="34" charset="0"/>
                  <a:cs typeface="Arial" panose="020B0604020202020204" pitchFamily="34" charset="0"/>
                </a:rPr>
                <a:t>)</a:t>
              </a:r>
            </a:p>
            <a:p>
              <a:pPr marL="117475" algn="l">
                <a:spcBef>
                  <a:spcPts val="75"/>
                </a:spcBef>
                <a:defRPr/>
              </a:pPr>
              <a:r>
                <a:rPr lang="es-ES" sz="1000" kern="1200" dirty="0">
                  <a:latin typeface="Arial" panose="020B0604020202020204" pitchFamily="34" charset="0"/>
                  <a:cs typeface="Arial" panose="020B0604020202020204" pitchFamily="34" charset="0"/>
                </a:rPr>
                <a:t>CASO DE ESTUDIO</a:t>
              </a:r>
            </a:p>
            <a:p>
              <a:pPr marL="117475" marR="0" lvl="0" indent="0" algn="l" defTabSz="914400" rtl="0" eaLnBrk="1" fontAlgn="auto" latinLnBrk="0" hangingPunct="1">
                <a:lnSpc>
                  <a:spcPct val="100000"/>
                </a:lnSpc>
                <a:spcBef>
                  <a:spcPts val="75"/>
                </a:spcBef>
                <a:spcAft>
                  <a:spcPts val="0"/>
                </a:spcAft>
                <a:buClrTx/>
                <a:buSzTx/>
                <a:buFontTx/>
                <a:buNone/>
                <a:tabLst/>
                <a:defRPr/>
              </a:pPr>
              <a:endParaRPr kumimoji="0" lang="es-ES" sz="108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Referencias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0" name="Picture 2" descr="El Ágora">
              <a:extLst>
                <a:ext uri="{FF2B5EF4-FFF2-40B4-BE49-F238E27FC236}">
                  <a16:creationId xmlns:a16="http://schemas.microsoft.com/office/drawing/2014/main" id="{3B515F6F-9B6D-70F0-3FA7-9338A226D66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200" r="71615" b="38696"/>
            <a:stretch/>
          </p:blipFill>
          <p:spPr bwMode="auto">
            <a:xfrm>
              <a:off x="10588327" y="879000"/>
              <a:ext cx="1299169" cy="1369058"/>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Imagen 3">
            <a:extLst>
              <a:ext uri="{FF2B5EF4-FFF2-40B4-BE49-F238E27FC236}">
                <a16:creationId xmlns:a16="http://schemas.microsoft.com/office/drawing/2014/main" id="{BFB74427-A3D9-1AF6-6133-DDEE80D1CA1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l="5556" t="21164" r="5556" b="22846"/>
          <a:stretch/>
        </p:blipFill>
        <p:spPr>
          <a:xfrm>
            <a:off x="2497328" y="622968"/>
            <a:ext cx="5290459" cy="2082770"/>
          </a:xfrm>
          <a:prstGeom prst="rect">
            <a:avLst/>
          </a:prstGeom>
        </p:spPr>
      </p:pic>
      <p:pic>
        <p:nvPicPr>
          <p:cNvPr id="11" name="Imagen 10">
            <a:extLst>
              <a:ext uri="{FF2B5EF4-FFF2-40B4-BE49-F238E27FC236}">
                <a16:creationId xmlns:a16="http://schemas.microsoft.com/office/drawing/2014/main" id="{22E0690B-F57E-AF14-CB6A-877BF9B0F964}"/>
              </a:ext>
            </a:extLst>
          </p:cNvPr>
          <p:cNvPicPr>
            <a:picLocks noChangeAspect="1"/>
          </p:cNvPicPr>
          <p:nvPr/>
        </p:nvPicPr>
        <p:blipFill>
          <a:blip r:embed="rId6"/>
          <a:srcRect l="19333" t="29876" r="20666" b="33237"/>
          <a:stretch/>
        </p:blipFill>
        <p:spPr>
          <a:xfrm>
            <a:off x="2448560" y="2548128"/>
            <a:ext cx="5420399" cy="2082770"/>
          </a:xfrm>
          <a:prstGeom prst="rect">
            <a:avLst/>
          </a:prstGeom>
        </p:spPr>
      </p:pic>
      <p:pic>
        <p:nvPicPr>
          <p:cNvPr id="13" name="Imagen 12">
            <a:extLst>
              <a:ext uri="{FF2B5EF4-FFF2-40B4-BE49-F238E27FC236}">
                <a16:creationId xmlns:a16="http://schemas.microsoft.com/office/drawing/2014/main" id="{C91DAC2B-4A80-6ACF-B490-8B55AA818635}"/>
              </a:ext>
            </a:extLst>
          </p:cNvPr>
          <p:cNvPicPr>
            <a:picLocks noChangeAspect="1"/>
          </p:cNvPicPr>
          <p:nvPr/>
        </p:nvPicPr>
        <p:blipFill>
          <a:blip r:embed="rId7"/>
          <a:srcRect l="20111" t="29511" r="21333" b="30133"/>
          <a:stretch/>
        </p:blipFill>
        <p:spPr>
          <a:xfrm>
            <a:off x="2497329" y="4524325"/>
            <a:ext cx="5290460" cy="2278812"/>
          </a:xfrm>
          <a:prstGeom prst="rect">
            <a:avLst/>
          </a:prstGeom>
        </p:spPr>
      </p:pic>
      <p:sp>
        <p:nvSpPr>
          <p:cNvPr id="14" name="CuadroTexto 13">
            <a:extLst>
              <a:ext uri="{FF2B5EF4-FFF2-40B4-BE49-F238E27FC236}">
                <a16:creationId xmlns:a16="http://schemas.microsoft.com/office/drawing/2014/main" id="{E62E5674-0564-ADF1-49F9-8F01E159B0DE}"/>
              </a:ext>
            </a:extLst>
          </p:cNvPr>
          <p:cNvSpPr txBox="1"/>
          <p:nvPr/>
        </p:nvSpPr>
        <p:spPr>
          <a:xfrm>
            <a:off x="6845056" y="2132642"/>
            <a:ext cx="1460500" cy="230832"/>
          </a:xfrm>
          <a:prstGeom prst="rect">
            <a:avLst/>
          </a:prstGeom>
          <a:noFill/>
        </p:spPr>
        <p:txBody>
          <a:bodyPr wrap="square" rtlCol="0">
            <a:spAutoFit/>
          </a:bodyPr>
          <a:lstStyle/>
          <a:p>
            <a:r>
              <a:rPr lang="es-ES" sz="900" b="1" dirty="0">
                <a:latin typeface="Arial BOLD"/>
                <a:cs typeface="Arial" panose="020B0604020202020204" pitchFamily="34" charset="0"/>
              </a:rPr>
              <a:t>AUC = 0.85</a:t>
            </a:r>
          </a:p>
        </p:txBody>
      </p:sp>
    </p:spTree>
    <p:extLst>
      <p:ext uri="{BB962C8B-B14F-4D97-AF65-F5344CB8AC3E}">
        <p14:creationId xmlns:p14="http://schemas.microsoft.com/office/powerpoint/2010/main" val="3438003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75681-FD7A-9D09-56CF-CF93889DFE3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CCD280B4-B602-F729-C4E4-A4204B9FC2CF}"/>
              </a:ext>
            </a:extLst>
          </p:cNvPr>
          <p:cNvSpPr/>
          <p:nvPr/>
        </p:nvSpPr>
        <p:spPr>
          <a:xfrm>
            <a:off x="496111" y="879000"/>
            <a:ext cx="4624529" cy="199831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marL="182563" indent="-182563" algn="just">
              <a:spcAft>
                <a:spcPts val="600"/>
              </a:spcAft>
              <a:buFont typeface="Arial" panose="020B0604020202020204" pitchFamily="34" charset="0"/>
              <a:buChar char="•"/>
            </a:pPr>
            <a:r>
              <a:rPr lang="es-ES" sz="2000" i="1" dirty="0">
                <a:solidFill>
                  <a:srgbClr val="333333"/>
                </a:solidFill>
                <a:latin typeface="Helvetica Neue"/>
              </a:rPr>
              <a:t>Si los falsos son muy costosos, se elige un umbral que dé una tasa de FP más baja (</a:t>
            </a:r>
            <a:r>
              <a:rPr lang="es-ES" sz="2000" b="1" i="1" dirty="0">
                <a:solidFill>
                  <a:srgbClr val="2FBFFF"/>
                </a:solidFill>
                <a:latin typeface="Helvetica Neue"/>
              </a:rPr>
              <a:t>punto A</a:t>
            </a:r>
            <a:r>
              <a:rPr lang="es-ES" sz="2000" i="1" dirty="0">
                <a:solidFill>
                  <a:srgbClr val="333333"/>
                </a:solidFill>
                <a:latin typeface="Helvetica Neue"/>
              </a:rPr>
              <a:t>), así se reduzca la tasa de TP. En cambio, si los falsos positivos son económicos y los falsos negativos son costosos,  es preferible el umbral que maximiza la tasa de TP (</a:t>
            </a:r>
            <a:r>
              <a:rPr lang="es-ES" sz="2000" b="1" i="1" dirty="0">
                <a:solidFill>
                  <a:srgbClr val="FF0000"/>
                </a:solidFill>
                <a:latin typeface="Helvetica Neue"/>
              </a:rPr>
              <a:t>punto C</a:t>
            </a:r>
            <a:r>
              <a:rPr lang="es-ES" sz="2000" i="1" dirty="0">
                <a:solidFill>
                  <a:srgbClr val="333333"/>
                </a:solidFill>
                <a:latin typeface="Helvetica Neue"/>
              </a:rPr>
              <a:t>). Si los costos son equivalentes, el </a:t>
            </a:r>
            <a:r>
              <a:rPr lang="es-ES" sz="2000" b="1" i="1" dirty="0">
                <a:solidFill>
                  <a:srgbClr val="7F3F98"/>
                </a:solidFill>
                <a:latin typeface="Helvetica Neue"/>
              </a:rPr>
              <a:t>punto B</a:t>
            </a:r>
            <a:r>
              <a:rPr lang="es-ES" sz="2000" i="1" dirty="0">
                <a:solidFill>
                  <a:srgbClr val="333333"/>
                </a:solidFill>
                <a:latin typeface="Helvetica Neue"/>
              </a:rPr>
              <a:t> puede ofrecer el mejor equilibrio entre TPR y FPR.</a:t>
            </a:r>
          </a:p>
        </p:txBody>
      </p:sp>
      <p:sp>
        <p:nvSpPr>
          <p:cNvPr id="9" name="Rectángulo 8">
            <a:extLst>
              <a:ext uri="{FF2B5EF4-FFF2-40B4-BE49-F238E27FC236}">
                <a16:creationId xmlns:a16="http://schemas.microsoft.com/office/drawing/2014/main" id="{C2D9A7CB-9C29-D65E-BDAF-1BB1796E7AF3}"/>
              </a:ext>
            </a:extLst>
          </p:cNvPr>
          <p:cNvSpPr/>
          <p:nvPr/>
        </p:nvSpPr>
        <p:spPr>
          <a:xfrm>
            <a:off x="384941" y="173417"/>
            <a:ext cx="7936099" cy="705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1200"/>
              </a:spcAft>
              <a:buClrTx/>
              <a:buSzTx/>
              <a:tabLst/>
              <a:defRPr/>
            </a:pPr>
            <a:r>
              <a:rPr kumimoji="0" lang="en-US" sz="2800" b="1" i="0"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Método</a:t>
            </a:r>
            <a:r>
              <a:rPr kumimoji="0" lang="en-US" sz="28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KNN – K Nearest Neighbor</a:t>
            </a:r>
          </a:p>
        </p:txBody>
      </p:sp>
      <p:grpSp>
        <p:nvGrpSpPr>
          <p:cNvPr id="7" name="Grupo 6">
            <a:extLst>
              <a:ext uri="{FF2B5EF4-FFF2-40B4-BE49-F238E27FC236}">
                <a16:creationId xmlns:a16="http://schemas.microsoft.com/office/drawing/2014/main" id="{B0C33814-A9A6-EB0F-4C71-B91792DF8E65}"/>
              </a:ext>
            </a:extLst>
          </p:cNvPr>
          <p:cNvGrpSpPr/>
          <p:nvPr/>
        </p:nvGrpSpPr>
        <p:grpSpPr>
          <a:xfrm>
            <a:off x="10283825" y="0"/>
            <a:ext cx="2005711" cy="6858000"/>
            <a:chOff x="10283825" y="0"/>
            <a:chExt cx="2005711" cy="6858000"/>
          </a:xfrm>
        </p:grpSpPr>
        <p:sp>
          <p:nvSpPr>
            <p:cNvPr id="8" name="Cuadro de texto 9">
              <a:extLst>
                <a:ext uri="{FF2B5EF4-FFF2-40B4-BE49-F238E27FC236}">
                  <a16:creationId xmlns:a16="http://schemas.microsoft.com/office/drawing/2014/main" id="{3EB6CFF8-6ACC-9D47-9AD6-5AC786FE72BA}"/>
                </a:ext>
              </a:extLst>
            </p:cNvPr>
            <p:cNvSpPr txBox="1">
              <a:spLocks noChangeArrowheads="1"/>
            </p:cNvSpPr>
            <p:nvPr/>
          </p:nvSpPr>
          <p:spPr bwMode="auto">
            <a:xfrm>
              <a:off x="10283825" y="0"/>
              <a:ext cx="2005711" cy="6858000"/>
            </a:xfrm>
            <a:prstGeom prst="rect">
              <a:avLst/>
            </a:prstGeom>
            <a:solidFill>
              <a:srgbClr val="4472C4">
                <a:lumMod val="50000"/>
              </a:srgbClr>
            </a:solidFill>
            <a:ln w="12700" cap="flat" cmpd="sng" algn="ctr">
              <a:noFill/>
              <a:prstDash val="solid"/>
              <a:miter lim="800000"/>
            </a:ln>
            <a:effectLst/>
          </p:spPr>
          <p:txBody>
            <a:bodyPr rtlCol="0" anchor="t"/>
            <a:lstStyle>
              <a:defPPr>
                <a:defRPr lang="en-US"/>
              </a:defPPr>
              <a:lvl1pPr marR="0" lvl="0" indent="0" algn="ctr" defTabSz="914400" fontAlgn="auto">
                <a:lnSpc>
                  <a:spcPct val="100000"/>
                </a:lnSpc>
                <a:spcBef>
                  <a:spcPts val="0"/>
                </a:spcBef>
                <a:spcAft>
                  <a:spcPts val="0"/>
                </a:spcAft>
                <a:buClrTx/>
                <a:buSzTx/>
                <a:buFontTx/>
                <a:buNone/>
                <a:tabLst/>
                <a:defRPr kumimoji="0" b="0" i="0" u="none" strike="noStrike" kern="0" cap="none" spc="0" normalizeH="0" baseline="0">
                  <a:ln>
                    <a:noFill/>
                  </a:ln>
                  <a:solidFill>
                    <a:prstClr val="white"/>
                  </a:solidFill>
                  <a:effectLst/>
                  <a:uLnTx/>
                  <a:uFillTx/>
                  <a:latin typeface="Calibri" panose="020F050202020403020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Métodos de </a:t>
              </a:r>
              <a:r>
                <a:rPr kumimoji="0" lang="es-ES" sz="1000" b="1" i="0" u="none" strike="noStrike" kern="1200" cap="none" spc="0" normalizeH="0" baseline="0" noProof="0" dirty="0" err="1">
                  <a:ln>
                    <a:noFill/>
                  </a:ln>
                  <a:solidFill>
                    <a:srgbClr val="FFFFFF"/>
                  </a:solidFill>
                  <a:effectLst/>
                  <a:uLnTx/>
                  <a:uFillTx/>
                  <a:latin typeface="Arial" charset="0"/>
                  <a:ea typeface="+mn-ea"/>
                  <a:cs typeface="Arial" charset="0"/>
                </a:rPr>
                <a:t>Clusterización</a:t>
              </a: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Contenido</a:t>
              </a: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Métodos de </a:t>
              </a:r>
              <a:r>
                <a:rPr kumimoji="0" lang="es-ES" sz="1050" b="1"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marR="0" lvl="0" indent="0" algn="l" defTabSz="914400" rtl="0" eaLnBrk="1" fontAlgn="auto" latinLnBrk="0" hangingPunct="1">
                <a:lnSpc>
                  <a:spcPct val="100000"/>
                </a:lnSpc>
                <a:spcBef>
                  <a:spcPts val="75"/>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Estructura – Métodos de </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KNN </a:t>
              </a:r>
            </a:p>
            <a:p>
              <a:pPr marL="117475" algn="l">
                <a:spcBef>
                  <a:spcPts val="75"/>
                </a:spcBef>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 K-</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Means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a:t>
              </a:r>
              <a:r>
                <a:rPr lang="es-ES" sz="1000" kern="1200" dirty="0" err="1">
                  <a:latin typeface="Arial" panose="020B0604020202020204" pitchFamily="34" charset="0"/>
                  <a:cs typeface="Arial" panose="020B0604020202020204" pitchFamily="34" charset="0"/>
                </a:rPr>
                <a:t>Means</a:t>
              </a:r>
              <a:r>
                <a:rPr lang="es-ES" sz="1000" kern="1200" dirty="0">
                  <a:latin typeface="Arial" panose="020B0604020202020204" pitchFamily="34" charset="0"/>
                  <a:cs typeface="Arial" panose="020B0604020202020204" pitchFamily="34" charset="0"/>
                </a:rPr>
                <a:t> (</a:t>
              </a:r>
              <a:r>
                <a:rPr lang="es-ES" sz="1000" kern="1200" dirty="0" err="1">
                  <a:latin typeface="Arial" panose="020B0604020202020204" pitchFamily="34" charset="0"/>
                  <a:cs typeface="Arial" panose="020B0604020202020204" pitchFamily="34" charset="0"/>
                </a:rPr>
                <a:t>Steps</a:t>
              </a:r>
              <a:r>
                <a:rPr lang="es-ES" sz="1000" kern="1200" dirty="0">
                  <a:latin typeface="Arial" panose="020B0604020202020204" pitchFamily="34" charset="0"/>
                  <a:cs typeface="Arial" panose="020B0604020202020204" pitchFamily="34" charset="0"/>
                </a:rPr>
                <a:t>)</a:t>
              </a:r>
            </a:p>
            <a:p>
              <a:pPr marL="117475" algn="l">
                <a:spcBef>
                  <a:spcPts val="75"/>
                </a:spcBef>
                <a:defRPr/>
              </a:pPr>
              <a:r>
                <a:rPr lang="es-ES" sz="1000" kern="1200" dirty="0">
                  <a:latin typeface="Arial" panose="020B0604020202020204" pitchFamily="34" charset="0"/>
                  <a:cs typeface="Arial" panose="020B0604020202020204" pitchFamily="34" charset="0"/>
                </a:rPr>
                <a:t>CASO DE ESTUDIO</a:t>
              </a:r>
            </a:p>
            <a:p>
              <a:pPr marL="117475" marR="0" lvl="0" indent="0" algn="l" defTabSz="914400" rtl="0" eaLnBrk="1" fontAlgn="auto" latinLnBrk="0" hangingPunct="1">
                <a:lnSpc>
                  <a:spcPct val="100000"/>
                </a:lnSpc>
                <a:spcBef>
                  <a:spcPts val="75"/>
                </a:spcBef>
                <a:spcAft>
                  <a:spcPts val="0"/>
                </a:spcAft>
                <a:buClrTx/>
                <a:buSzTx/>
                <a:buFontTx/>
                <a:buNone/>
                <a:tabLst/>
                <a:defRPr/>
              </a:pPr>
              <a:endParaRPr kumimoji="0" lang="es-ES" sz="108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Referencias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0" name="Picture 2" descr="El Ágora">
              <a:extLst>
                <a:ext uri="{FF2B5EF4-FFF2-40B4-BE49-F238E27FC236}">
                  <a16:creationId xmlns:a16="http://schemas.microsoft.com/office/drawing/2014/main" id="{1E3F2428-C44D-FA72-FF17-18C8E966734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200" r="71615" b="38696"/>
            <a:stretch/>
          </p:blipFill>
          <p:spPr bwMode="auto">
            <a:xfrm>
              <a:off x="10588327" y="879000"/>
              <a:ext cx="1299169" cy="1369058"/>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Imagen 2" descr="Gráfico&#10;&#10;El contenido generado por IA puede ser incorrecto.">
            <a:extLst>
              <a:ext uri="{FF2B5EF4-FFF2-40B4-BE49-F238E27FC236}">
                <a16:creationId xmlns:a16="http://schemas.microsoft.com/office/drawing/2014/main" id="{C106AB89-C085-466B-F783-77CF4CDE75D3}"/>
              </a:ext>
            </a:extLst>
          </p:cNvPr>
          <p:cNvPicPr>
            <a:picLocks noChangeAspect="1"/>
          </p:cNvPicPr>
          <p:nvPr/>
        </p:nvPicPr>
        <p:blipFill>
          <a:blip r:embed="rId4">
            <a:extLst>
              <a:ext uri="{28A0092B-C50C-407E-A947-70E740481C1C}">
                <a14:useLocalDpi xmlns:a14="http://schemas.microsoft.com/office/drawing/2010/main" val="0"/>
              </a:ext>
            </a:extLst>
          </a:blip>
          <a:srcRect l="13937" t="10432" r="11471" b="6110"/>
          <a:stretch/>
        </p:blipFill>
        <p:spPr>
          <a:xfrm>
            <a:off x="5994204" y="879000"/>
            <a:ext cx="4062875" cy="3413760"/>
          </a:xfrm>
          <a:prstGeom prst="rect">
            <a:avLst/>
          </a:prstGeom>
        </p:spPr>
      </p:pic>
      <p:sp>
        <p:nvSpPr>
          <p:cNvPr id="6" name="Elipse 5">
            <a:extLst>
              <a:ext uri="{FF2B5EF4-FFF2-40B4-BE49-F238E27FC236}">
                <a16:creationId xmlns:a16="http://schemas.microsoft.com/office/drawing/2014/main" id="{C6B3852A-7112-0B8F-B2D9-0AF1167EC072}"/>
              </a:ext>
            </a:extLst>
          </p:cNvPr>
          <p:cNvSpPr/>
          <p:nvPr/>
        </p:nvSpPr>
        <p:spPr>
          <a:xfrm>
            <a:off x="6954202" y="1901667"/>
            <a:ext cx="158496" cy="158496"/>
          </a:xfrm>
          <a:prstGeom prst="ellipse">
            <a:avLst/>
          </a:prstGeom>
          <a:solidFill>
            <a:srgbClr val="2F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Elipse 11">
            <a:extLst>
              <a:ext uri="{FF2B5EF4-FFF2-40B4-BE49-F238E27FC236}">
                <a16:creationId xmlns:a16="http://schemas.microsoft.com/office/drawing/2014/main" id="{E930B0FF-A116-6043-6475-C5544BF724A6}"/>
              </a:ext>
            </a:extLst>
          </p:cNvPr>
          <p:cNvSpPr/>
          <p:nvPr/>
        </p:nvSpPr>
        <p:spPr>
          <a:xfrm>
            <a:off x="7501891" y="1299181"/>
            <a:ext cx="158496" cy="15849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esquinas redondeadas 13">
            <a:extLst>
              <a:ext uri="{FF2B5EF4-FFF2-40B4-BE49-F238E27FC236}">
                <a16:creationId xmlns:a16="http://schemas.microsoft.com/office/drawing/2014/main" id="{A9C4D12C-62EF-0F7C-45F5-6B117E03B270}"/>
              </a:ext>
            </a:extLst>
          </p:cNvPr>
          <p:cNvSpPr/>
          <p:nvPr/>
        </p:nvSpPr>
        <p:spPr>
          <a:xfrm>
            <a:off x="847090" y="4482711"/>
            <a:ext cx="8547100" cy="1765158"/>
          </a:xfrm>
          <a:prstGeom prst="roundRect">
            <a:avLst>
              <a:gd name="adj" fmla="val 1094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latin typeface="Helvetica Neue"/>
              </a:rPr>
              <a:t>Imagina una situación en la que es mejor dejar que llegue algo de spam a la carpeta Recibidos a que se vaya a SPAM un correo electrónico esencial para la empresa. Si entrenamos un clasificador de spam para esta situación en la que la clase </a:t>
            </a:r>
            <a:r>
              <a:rPr lang="es-ES" b="1" dirty="0">
                <a:latin typeface="Helvetica Neue"/>
              </a:rPr>
              <a:t>positiva es spam </a:t>
            </a:r>
            <a:r>
              <a:rPr lang="es-ES" dirty="0">
                <a:latin typeface="Helvetica Neue"/>
              </a:rPr>
              <a:t>y la clase negativa no lo es. ¿Cuál de los anteriores puntos en la curva ROC es preferible?</a:t>
            </a:r>
          </a:p>
        </p:txBody>
      </p:sp>
      <p:sp>
        <p:nvSpPr>
          <p:cNvPr id="15" name="CuadroTexto 14">
            <a:extLst>
              <a:ext uri="{FF2B5EF4-FFF2-40B4-BE49-F238E27FC236}">
                <a16:creationId xmlns:a16="http://schemas.microsoft.com/office/drawing/2014/main" id="{941953CD-6908-9435-5393-374B0FA7486E}"/>
              </a:ext>
            </a:extLst>
          </p:cNvPr>
          <p:cNvSpPr txBox="1"/>
          <p:nvPr/>
        </p:nvSpPr>
        <p:spPr>
          <a:xfrm>
            <a:off x="6574901" y="6394124"/>
            <a:ext cx="4062875" cy="369332"/>
          </a:xfrm>
          <a:prstGeom prst="rect">
            <a:avLst/>
          </a:prstGeom>
          <a:noFill/>
        </p:spPr>
        <p:txBody>
          <a:bodyPr wrap="square" rtlCol="0">
            <a:spAutoFit/>
          </a:bodyPr>
          <a:lstStyle/>
          <a:p>
            <a:r>
              <a:rPr lang="es-ES" b="1" dirty="0">
                <a:hlinkClick r:id="rId5"/>
              </a:rPr>
              <a:t>👉</a:t>
            </a:r>
            <a:r>
              <a:rPr lang="es-ES" b="1" dirty="0"/>
              <a:t> </a:t>
            </a:r>
            <a:r>
              <a:rPr lang="es-ES" dirty="0">
                <a:latin typeface="Helvetica Neue"/>
                <a:hlinkClick r:id="rId6"/>
              </a:rPr>
              <a:t>Fuente: </a:t>
            </a:r>
            <a:r>
              <a:rPr lang="es-ES" dirty="0" err="1">
                <a:latin typeface="Helvetica Neue"/>
                <a:hlinkClick r:id="rId6"/>
              </a:rPr>
              <a:t>Developers</a:t>
            </a:r>
            <a:r>
              <a:rPr lang="es-ES" dirty="0">
                <a:latin typeface="Helvetica Neue"/>
                <a:hlinkClick r:id="rId6"/>
              </a:rPr>
              <a:t> Google</a:t>
            </a:r>
            <a:endParaRPr lang="es-ES" dirty="0">
              <a:latin typeface="Helvetica Neue"/>
            </a:endParaRPr>
          </a:p>
        </p:txBody>
      </p:sp>
    </p:spTree>
    <p:extLst>
      <p:ext uri="{BB962C8B-B14F-4D97-AF65-F5344CB8AC3E}">
        <p14:creationId xmlns:p14="http://schemas.microsoft.com/office/powerpoint/2010/main" val="1818712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ángulo 4">
                <a:extLst>
                  <a:ext uri="{FF2B5EF4-FFF2-40B4-BE49-F238E27FC236}">
                    <a16:creationId xmlns:a16="http://schemas.microsoft.com/office/drawing/2014/main" id="{4751FFE9-BADB-F874-962C-5195E6F65739}"/>
                  </a:ext>
                </a:extLst>
              </p:cNvPr>
              <p:cNvSpPr/>
              <p:nvPr/>
            </p:nvSpPr>
            <p:spPr>
              <a:xfrm>
                <a:off x="496111" y="879000"/>
                <a:ext cx="9483210" cy="488172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algn="just">
                  <a:spcAft>
                    <a:spcPts val="600"/>
                  </a:spcAft>
                </a:pPr>
                <a:r>
                  <a:rPr lang="es-ES" sz="2200" i="1" dirty="0">
                    <a:solidFill>
                      <a:srgbClr val="333333"/>
                    </a:solidFill>
                    <a:latin typeface="Helvetica Neue"/>
                  </a:rPr>
                  <a:t>K </a:t>
                </a:r>
                <a:r>
                  <a:rPr lang="es-ES" sz="2200" i="1" dirty="0" err="1">
                    <a:solidFill>
                      <a:srgbClr val="333333"/>
                    </a:solidFill>
                    <a:latin typeface="Helvetica Neue"/>
                  </a:rPr>
                  <a:t>means</a:t>
                </a:r>
                <a:r>
                  <a:rPr lang="es-ES" sz="2200" i="1" dirty="0">
                    <a:solidFill>
                      <a:srgbClr val="333333"/>
                    </a:solidFill>
                    <a:latin typeface="Helvetica Neue"/>
                  </a:rPr>
                  <a:t> (K-Medias), permite identificar la estructura intrínseca de una variable.</a:t>
                </a:r>
              </a:p>
              <a:p>
                <a:pPr marL="914400" lvl="1" indent="-457200" algn="just">
                  <a:spcAft>
                    <a:spcPts val="600"/>
                  </a:spcAft>
                  <a:buFont typeface="+mj-lt"/>
                  <a:buAutoNum type="arabicPeriod"/>
                </a:pPr>
                <a:r>
                  <a:rPr lang="es-ES" sz="2200" i="1" dirty="0">
                    <a:solidFill>
                      <a:srgbClr val="333333"/>
                    </a:solidFill>
                    <a:latin typeface="Helvetica Neue"/>
                  </a:rPr>
                  <a:t>Conjunto de Semillas </a:t>
                </a:r>
                <a:r>
                  <a:rPr kumimoji="0" lang="es-CO" sz="2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14:m>
                  <m:oMath xmlns:m="http://schemas.openxmlformats.org/officeDocument/2006/math">
                    <m:sSub>
                      <m:sSubPr>
                        <m:ctrlPr>
                          <a:rPr kumimoji="0" lang="es-CO"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sSubPr>
                      <m:e>
                        <m:r>
                          <a:rPr kumimoji="0" lang="es-CO"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𝑆</m:t>
                        </m:r>
                      </m:e>
                      <m:sub>
                        <m:r>
                          <a:rPr kumimoji="0" lang="es-CO"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𝑗</m:t>
                        </m:r>
                      </m:sub>
                    </m:sSub>
                  </m:oMath>
                </a14:m>
                <a:r>
                  <a:rPr lang="es-ES" sz="2200" i="1" dirty="0">
                    <a:solidFill>
                      <a:srgbClr val="333333"/>
                    </a:solidFill>
                    <a:latin typeface="Helvetica Neue"/>
                  </a:rPr>
                  <a:t>).</a:t>
                </a:r>
              </a:p>
              <a:p>
                <a:pPr marL="914400" lvl="1" indent="-457200" algn="just">
                  <a:spcAft>
                    <a:spcPts val="600"/>
                  </a:spcAft>
                  <a:buFont typeface="+mj-lt"/>
                  <a:buAutoNum type="arabicPeriod"/>
                  <a:tabLst>
                    <a:tab pos="2949575" algn="l"/>
                  </a:tabLst>
                </a:pPr>
                <a:r>
                  <a:rPr lang="es-ES" sz="2200" i="1" dirty="0">
                    <a:solidFill>
                      <a:srgbClr val="333333"/>
                    </a:solidFill>
                    <a:latin typeface="Helvetica Neue"/>
                  </a:rPr>
                  <a:t>La pertenencia de una persona a un </a:t>
                </a:r>
                <a:r>
                  <a:rPr lang="es-ES" sz="2200" i="1" dirty="0" err="1">
                    <a:solidFill>
                      <a:srgbClr val="333333"/>
                    </a:solidFill>
                    <a:latin typeface="Helvetica Neue"/>
                  </a:rPr>
                  <a:t>cluster</a:t>
                </a:r>
                <a:r>
                  <a:rPr lang="es-ES" sz="2200" i="1" dirty="0">
                    <a:solidFill>
                      <a:srgbClr val="333333"/>
                    </a:solidFill>
                    <a:latin typeface="Helvetica Neue"/>
                  </a:rPr>
                  <a:t> se determina mediante la fórmula de la distancia. </a:t>
                </a:r>
                <a:r>
                  <a:rPr lang="es-CO" sz="2200" i="1" dirty="0">
                    <a:solidFill>
                      <a:srgbClr val="333333"/>
                    </a:solidFill>
                    <a:latin typeface="Helvetica Neue"/>
                  </a:rPr>
                  <a:t>Distancia entre cada dato (</a:t>
                </a:r>
                <a14:m>
                  <m:oMath xmlns:m="http://schemas.openxmlformats.org/officeDocument/2006/math">
                    <m:sSub>
                      <m:sSubPr>
                        <m:ctrlPr>
                          <a:rPr lang="es-CO" sz="2200" i="1">
                            <a:solidFill>
                              <a:srgbClr val="333333"/>
                            </a:solidFill>
                            <a:latin typeface="Cambria Math" panose="02040503050406030204" pitchFamily="18" charset="0"/>
                          </a:rPr>
                        </m:ctrlPr>
                      </m:sSubPr>
                      <m:e>
                        <m:r>
                          <a:rPr lang="es-CO" sz="2200" i="1">
                            <a:solidFill>
                              <a:srgbClr val="333333"/>
                            </a:solidFill>
                            <a:latin typeface="Cambria Math" panose="02040503050406030204" pitchFamily="18" charset="0"/>
                          </a:rPr>
                          <m:t>𝑥</m:t>
                        </m:r>
                      </m:e>
                      <m:sub>
                        <m:r>
                          <a:rPr lang="es-CO" sz="2200" i="1">
                            <a:solidFill>
                              <a:srgbClr val="333333"/>
                            </a:solidFill>
                            <a:latin typeface="Cambria Math" panose="02040503050406030204" pitchFamily="18" charset="0"/>
                          </a:rPr>
                          <m:t>𝑖</m:t>
                        </m:r>
                      </m:sub>
                    </m:sSub>
                  </m:oMath>
                </a14:m>
                <a:r>
                  <a:rPr lang="es-CO" sz="2200" i="1" dirty="0">
                    <a:solidFill>
                      <a:srgbClr val="333333"/>
                    </a:solidFill>
                    <a:latin typeface="Helvetica Neue"/>
                  </a:rPr>
                  <a:t>) y cada Semilla (</a:t>
                </a:r>
                <a14:m>
                  <m:oMath xmlns:m="http://schemas.openxmlformats.org/officeDocument/2006/math">
                    <m:sSub>
                      <m:sSubPr>
                        <m:ctrlPr>
                          <a:rPr lang="es-CO" sz="2200" i="1">
                            <a:solidFill>
                              <a:srgbClr val="333333"/>
                            </a:solidFill>
                            <a:latin typeface="Cambria Math" panose="02040503050406030204" pitchFamily="18" charset="0"/>
                          </a:rPr>
                        </m:ctrlPr>
                      </m:sSubPr>
                      <m:e>
                        <m:r>
                          <a:rPr lang="es-CO" sz="2200" i="1">
                            <a:solidFill>
                              <a:srgbClr val="333333"/>
                            </a:solidFill>
                            <a:latin typeface="Cambria Math" panose="02040503050406030204" pitchFamily="18" charset="0"/>
                          </a:rPr>
                          <m:t>𝑆</m:t>
                        </m:r>
                      </m:e>
                      <m:sub>
                        <m:r>
                          <a:rPr lang="es-CO" sz="2200" i="1">
                            <a:solidFill>
                              <a:srgbClr val="333333"/>
                            </a:solidFill>
                            <a:latin typeface="Cambria Math" panose="02040503050406030204" pitchFamily="18" charset="0"/>
                          </a:rPr>
                          <m:t>𝑗</m:t>
                        </m:r>
                      </m:sub>
                    </m:sSub>
                  </m:oMath>
                </a14:m>
                <a:r>
                  <a:rPr lang="es-CO" sz="2200" i="1" dirty="0">
                    <a:solidFill>
                      <a:srgbClr val="333333"/>
                    </a:solidFill>
                    <a:latin typeface="Helvetica Neue"/>
                  </a:rPr>
                  <a:t>). </a:t>
                </a:r>
                <a14:m>
                  <m:oMath xmlns:m="http://schemas.openxmlformats.org/officeDocument/2006/math">
                    <m:sSub>
                      <m:sSubPr>
                        <m:ctrlPr>
                          <a:rPr lang="en-GB" sz="2200" i="1">
                            <a:solidFill>
                              <a:prstClr val="black"/>
                            </a:solidFill>
                            <a:latin typeface="Cambria Math" panose="02040503050406030204" pitchFamily="18" charset="0"/>
                          </a:rPr>
                        </m:ctrlPr>
                      </m:sSubPr>
                      <m:e>
                        <m:r>
                          <a:rPr lang="es-CO" sz="2200" i="1">
                            <a:solidFill>
                              <a:prstClr val="black"/>
                            </a:solidFill>
                            <a:latin typeface="Cambria Math" panose="02040503050406030204" pitchFamily="18" charset="0"/>
                          </a:rPr>
                          <m:t>𝑑</m:t>
                        </m:r>
                      </m:e>
                      <m:sub>
                        <m:r>
                          <a:rPr lang="es-CO" sz="2200" i="1">
                            <a:solidFill>
                              <a:prstClr val="black"/>
                            </a:solidFill>
                            <a:latin typeface="Cambria Math" panose="02040503050406030204" pitchFamily="18" charset="0"/>
                          </a:rPr>
                          <m:t>𝑘</m:t>
                        </m:r>
                      </m:sub>
                    </m:sSub>
                    <m:r>
                      <a:rPr lang="es-CO" sz="2200" i="1">
                        <a:solidFill>
                          <a:prstClr val="black"/>
                        </a:solidFill>
                        <a:latin typeface="Cambria Math" panose="02040503050406030204" pitchFamily="18" charset="0"/>
                      </a:rPr>
                      <m:t>=</m:t>
                    </m:r>
                    <m:rad>
                      <m:radPr>
                        <m:degHide m:val="on"/>
                        <m:ctrlPr>
                          <a:rPr lang="es-CO" sz="2200" i="1">
                            <a:solidFill>
                              <a:prstClr val="black"/>
                            </a:solidFill>
                            <a:latin typeface="Cambria Math" panose="02040503050406030204" pitchFamily="18" charset="0"/>
                          </a:rPr>
                        </m:ctrlPr>
                      </m:radPr>
                      <m:deg/>
                      <m:e>
                        <m:sSup>
                          <m:sSupPr>
                            <m:ctrlPr>
                              <a:rPr lang="es-CO" sz="2200" i="1">
                                <a:solidFill>
                                  <a:prstClr val="black"/>
                                </a:solidFill>
                                <a:latin typeface="Cambria Math" panose="02040503050406030204" pitchFamily="18" charset="0"/>
                              </a:rPr>
                            </m:ctrlPr>
                          </m:sSupPr>
                          <m:e>
                            <m:d>
                              <m:dPr>
                                <m:ctrlPr>
                                  <a:rPr lang="es-CO" sz="2200" i="1">
                                    <a:solidFill>
                                      <a:prstClr val="black"/>
                                    </a:solidFill>
                                    <a:latin typeface="Cambria Math" panose="02040503050406030204" pitchFamily="18" charset="0"/>
                                  </a:rPr>
                                </m:ctrlPr>
                              </m:dPr>
                              <m:e>
                                <m:sSub>
                                  <m:sSubPr>
                                    <m:ctrlPr>
                                      <a:rPr lang="es-CO" sz="2200" i="1">
                                        <a:solidFill>
                                          <a:prstClr val="black"/>
                                        </a:solidFill>
                                        <a:latin typeface="Cambria Math" panose="02040503050406030204" pitchFamily="18" charset="0"/>
                                      </a:rPr>
                                    </m:ctrlPr>
                                  </m:sSubPr>
                                  <m:e>
                                    <m:r>
                                      <a:rPr lang="es-CO" sz="2200" i="1">
                                        <a:solidFill>
                                          <a:prstClr val="black"/>
                                        </a:solidFill>
                                        <a:latin typeface="Cambria Math" panose="02040503050406030204" pitchFamily="18" charset="0"/>
                                      </a:rPr>
                                      <m:t>𝑆</m:t>
                                    </m:r>
                                  </m:e>
                                  <m:sub>
                                    <m:r>
                                      <a:rPr lang="es-CO" sz="2200" i="1">
                                        <a:solidFill>
                                          <a:prstClr val="black"/>
                                        </a:solidFill>
                                        <a:latin typeface="Cambria Math" panose="02040503050406030204" pitchFamily="18" charset="0"/>
                                      </a:rPr>
                                      <m:t>𝑗</m:t>
                                    </m:r>
                                  </m:sub>
                                </m:sSub>
                                <m:r>
                                  <a:rPr lang="es-CO" sz="2200" i="1">
                                    <a:solidFill>
                                      <a:prstClr val="black"/>
                                    </a:solidFill>
                                    <a:latin typeface="Cambria Math" panose="02040503050406030204" pitchFamily="18" charset="0"/>
                                  </a:rPr>
                                  <m:t>−</m:t>
                                </m:r>
                                <m:sSub>
                                  <m:sSubPr>
                                    <m:ctrlPr>
                                      <a:rPr lang="es-CO" sz="2200" i="1">
                                        <a:solidFill>
                                          <a:prstClr val="black"/>
                                        </a:solidFill>
                                        <a:latin typeface="Cambria Math" panose="02040503050406030204" pitchFamily="18" charset="0"/>
                                      </a:rPr>
                                    </m:ctrlPr>
                                  </m:sSubPr>
                                  <m:e>
                                    <m:r>
                                      <a:rPr lang="es-CO" sz="2200" i="1">
                                        <a:solidFill>
                                          <a:prstClr val="black"/>
                                        </a:solidFill>
                                        <a:latin typeface="Cambria Math" panose="02040503050406030204" pitchFamily="18" charset="0"/>
                                      </a:rPr>
                                      <m:t>𝑥</m:t>
                                    </m:r>
                                  </m:e>
                                  <m:sub>
                                    <m:r>
                                      <a:rPr lang="es-CO" sz="2200" i="1">
                                        <a:solidFill>
                                          <a:prstClr val="black"/>
                                        </a:solidFill>
                                        <a:latin typeface="Cambria Math" panose="02040503050406030204" pitchFamily="18" charset="0"/>
                                      </a:rPr>
                                      <m:t>𝑖</m:t>
                                    </m:r>
                                  </m:sub>
                                </m:sSub>
                              </m:e>
                            </m:d>
                          </m:e>
                          <m:sup>
                            <m:r>
                              <a:rPr lang="es-CO" sz="2200" i="1">
                                <a:solidFill>
                                  <a:prstClr val="black"/>
                                </a:solidFill>
                                <a:latin typeface="Cambria Math" panose="02040503050406030204" pitchFamily="18" charset="0"/>
                              </a:rPr>
                              <m:t>2</m:t>
                            </m:r>
                          </m:sup>
                        </m:sSup>
                      </m:e>
                    </m:rad>
                  </m:oMath>
                </a14:m>
                <a:endParaRPr lang="es-ES" sz="2200" i="1" dirty="0">
                  <a:solidFill>
                    <a:srgbClr val="333333"/>
                  </a:solidFill>
                  <a:latin typeface="Helvetica Neue"/>
                </a:endParaRPr>
              </a:p>
              <a:p>
                <a:pPr marL="914400" lvl="1" indent="-457200" algn="just">
                  <a:buFont typeface="+mj-lt"/>
                  <a:buAutoNum type="arabicPeriod"/>
                  <a:tabLst>
                    <a:tab pos="2949575" algn="l"/>
                  </a:tabLst>
                  <a:defRPr/>
                </a:pPr>
                <a:r>
                  <a:rPr lang="es-ES" sz="2200" i="1" dirty="0">
                    <a:solidFill>
                      <a:srgbClr val="333333"/>
                    </a:solidFill>
                    <a:latin typeface="Helvetica Neue"/>
                  </a:rPr>
                  <a:t>Se identifica la menor distancia. </a:t>
                </a:r>
              </a:p>
              <a:p>
                <a:pPr marL="914400" lvl="1" indent="-457200" algn="just">
                  <a:buFont typeface="+mj-lt"/>
                  <a:buAutoNum type="arabicPeriod"/>
                  <a:tabLst>
                    <a:tab pos="2949575" algn="l"/>
                  </a:tabLst>
                  <a:defRPr/>
                </a:pPr>
                <a:r>
                  <a:rPr lang="es-ES" sz="2200" i="1" dirty="0">
                    <a:solidFill>
                      <a:srgbClr val="333333"/>
                    </a:solidFill>
                    <a:latin typeface="Helvetica Neue"/>
                  </a:rPr>
                  <a:t>Se calcula la media y la varianza de los datos asociados a cada semilla</a:t>
                </a:r>
              </a:p>
            </p:txBody>
          </p:sp>
        </mc:Choice>
        <mc:Fallback xmlns="">
          <p:sp>
            <p:nvSpPr>
              <p:cNvPr id="5" name="Rectángulo 4">
                <a:extLst>
                  <a:ext uri="{FF2B5EF4-FFF2-40B4-BE49-F238E27FC236}">
                    <a16:creationId xmlns:a16="http://schemas.microsoft.com/office/drawing/2014/main" id="{4751FFE9-BADB-F874-962C-5195E6F65739}"/>
                  </a:ext>
                </a:extLst>
              </p:cNvPr>
              <p:cNvSpPr>
                <a:spLocks noRot="1" noChangeAspect="1" noMove="1" noResize="1" noEditPoints="1" noAdjustHandles="1" noChangeArrowheads="1" noChangeShapeType="1" noTextEdit="1"/>
              </p:cNvSpPr>
              <p:nvPr/>
            </p:nvSpPr>
            <p:spPr>
              <a:xfrm>
                <a:off x="496111" y="879000"/>
                <a:ext cx="9483210" cy="4881720"/>
              </a:xfrm>
              <a:prstGeom prst="rect">
                <a:avLst/>
              </a:prstGeom>
              <a:blipFill>
                <a:blip r:embed="rId3"/>
                <a:stretch>
                  <a:fillRect l="-835" t="-749" r="-835"/>
                </a:stretch>
              </a:blipFill>
              <a:ln>
                <a:noFill/>
              </a:ln>
            </p:spPr>
            <p:txBody>
              <a:bodyPr/>
              <a:lstStyle/>
              <a:p>
                <a:r>
                  <a:rPr lang="es-ES">
                    <a:noFill/>
                  </a:rPr>
                  <a:t> </a:t>
                </a:r>
              </a:p>
            </p:txBody>
          </p:sp>
        </mc:Fallback>
      </mc:AlternateContent>
      <p:sp>
        <p:nvSpPr>
          <p:cNvPr id="9" name="Rectángulo 8">
            <a:extLst>
              <a:ext uri="{FF2B5EF4-FFF2-40B4-BE49-F238E27FC236}">
                <a16:creationId xmlns:a16="http://schemas.microsoft.com/office/drawing/2014/main" id="{D9797E39-2761-8221-09EF-F43E8355ADF2}"/>
              </a:ext>
            </a:extLst>
          </p:cNvPr>
          <p:cNvSpPr/>
          <p:nvPr/>
        </p:nvSpPr>
        <p:spPr>
          <a:xfrm>
            <a:off x="384941" y="173417"/>
            <a:ext cx="7936099" cy="5722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1200"/>
              </a:spcAft>
              <a:buClrTx/>
              <a:buSzTx/>
              <a:tabLst/>
              <a:defRPr/>
            </a:pPr>
            <a:r>
              <a:rPr kumimoji="0" lang="en-US" sz="2800" b="1" i="0"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Método</a:t>
            </a:r>
            <a:r>
              <a:rPr kumimoji="0" lang="en-US" sz="28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K-Means</a:t>
            </a:r>
          </a:p>
        </p:txBody>
      </p:sp>
      <p:pic>
        <p:nvPicPr>
          <p:cNvPr id="10" name="Picture 2" descr="Clase digital 7. Clusterización - Licenciatura en Contador público">
            <a:extLst>
              <a:ext uri="{FF2B5EF4-FFF2-40B4-BE49-F238E27FC236}">
                <a16:creationId xmlns:a16="http://schemas.microsoft.com/office/drawing/2014/main" id="{3ABFDB80-8F27-CEC4-B832-34BA3F86FF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8326" y="4232759"/>
            <a:ext cx="6800995" cy="2451824"/>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upo 7">
            <a:extLst>
              <a:ext uri="{FF2B5EF4-FFF2-40B4-BE49-F238E27FC236}">
                <a16:creationId xmlns:a16="http://schemas.microsoft.com/office/drawing/2014/main" id="{00FDD599-F006-42F5-A97A-E0CE44BD8486}"/>
              </a:ext>
            </a:extLst>
          </p:cNvPr>
          <p:cNvGrpSpPr/>
          <p:nvPr/>
        </p:nvGrpSpPr>
        <p:grpSpPr>
          <a:xfrm>
            <a:off x="10283825" y="0"/>
            <a:ext cx="2005711" cy="6858000"/>
            <a:chOff x="10283825" y="0"/>
            <a:chExt cx="2005711" cy="6858000"/>
          </a:xfrm>
        </p:grpSpPr>
        <p:sp>
          <p:nvSpPr>
            <p:cNvPr id="11" name="Cuadro de texto 9">
              <a:extLst>
                <a:ext uri="{FF2B5EF4-FFF2-40B4-BE49-F238E27FC236}">
                  <a16:creationId xmlns:a16="http://schemas.microsoft.com/office/drawing/2014/main" id="{9DE4F3B3-8E1A-4432-B928-B4283D0D3B01}"/>
                </a:ext>
              </a:extLst>
            </p:cNvPr>
            <p:cNvSpPr txBox="1">
              <a:spLocks noChangeArrowheads="1"/>
            </p:cNvSpPr>
            <p:nvPr/>
          </p:nvSpPr>
          <p:spPr bwMode="auto">
            <a:xfrm>
              <a:off x="10283825" y="0"/>
              <a:ext cx="2005711" cy="6858000"/>
            </a:xfrm>
            <a:prstGeom prst="rect">
              <a:avLst/>
            </a:prstGeom>
            <a:solidFill>
              <a:srgbClr val="4472C4">
                <a:lumMod val="50000"/>
              </a:srgbClr>
            </a:solidFill>
            <a:ln w="12700" cap="flat" cmpd="sng" algn="ctr">
              <a:noFill/>
              <a:prstDash val="solid"/>
              <a:miter lim="800000"/>
            </a:ln>
            <a:effectLst/>
          </p:spPr>
          <p:txBody>
            <a:bodyPr rtlCol="0" anchor="t"/>
            <a:lstStyle>
              <a:defPPr>
                <a:defRPr lang="en-US"/>
              </a:defPPr>
              <a:lvl1pPr marR="0" lvl="0" indent="0" algn="ctr" defTabSz="914400" fontAlgn="auto">
                <a:lnSpc>
                  <a:spcPct val="100000"/>
                </a:lnSpc>
                <a:spcBef>
                  <a:spcPts val="0"/>
                </a:spcBef>
                <a:spcAft>
                  <a:spcPts val="0"/>
                </a:spcAft>
                <a:buClrTx/>
                <a:buSzTx/>
                <a:buFontTx/>
                <a:buNone/>
                <a:tabLst/>
                <a:defRPr kumimoji="0" b="0" i="0" u="none" strike="noStrike" kern="0" cap="none" spc="0" normalizeH="0" baseline="0">
                  <a:ln>
                    <a:noFill/>
                  </a:ln>
                  <a:solidFill>
                    <a:prstClr val="white"/>
                  </a:solidFill>
                  <a:effectLst/>
                  <a:uLnTx/>
                  <a:uFillTx/>
                  <a:latin typeface="Calibri" panose="020F050202020403020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Métodos de </a:t>
              </a:r>
              <a:r>
                <a:rPr kumimoji="0" lang="es-ES" sz="1000" b="1" i="0" u="none" strike="noStrike" kern="1200" cap="none" spc="0" normalizeH="0" baseline="0" noProof="0" dirty="0" err="1">
                  <a:ln>
                    <a:noFill/>
                  </a:ln>
                  <a:solidFill>
                    <a:srgbClr val="FFFFFF"/>
                  </a:solidFill>
                  <a:effectLst/>
                  <a:uLnTx/>
                  <a:uFillTx/>
                  <a:latin typeface="Arial" charset="0"/>
                  <a:ea typeface="+mn-ea"/>
                  <a:cs typeface="Arial" charset="0"/>
                </a:rPr>
                <a:t>Clusterización</a:t>
              </a: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Contenido</a:t>
              </a: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Métodos de </a:t>
              </a:r>
              <a:r>
                <a:rPr kumimoji="0" lang="es-ES" sz="1050" b="1"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marR="0" lvl="0" indent="0" algn="l" defTabSz="914400" rtl="0" eaLnBrk="1" fontAlgn="auto" latinLnBrk="0" hangingPunct="1">
                <a:lnSpc>
                  <a:spcPct val="100000"/>
                </a:lnSpc>
                <a:spcBef>
                  <a:spcPts val="75"/>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Estructura – Métodos de </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KNN </a:t>
              </a:r>
            </a:p>
            <a:p>
              <a:pPr marL="117475" algn="l">
                <a:spcBef>
                  <a:spcPts val="75"/>
                </a:spcBef>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 K-</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Means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a:t>
              </a:r>
              <a:r>
                <a:rPr lang="es-ES" sz="1000" kern="1200" dirty="0" err="1">
                  <a:latin typeface="Arial" panose="020B0604020202020204" pitchFamily="34" charset="0"/>
                  <a:cs typeface="Arial" panose="020B0604020202020204" pitchFamily="34" charset="0"/>
                </a:rPr>
                <a:t>Means</a:t>
              </a:r>
              <a:r>
                <a:rPr lang="es-ES" sz="1000" kern="1200" dirty="0">
                  <a:latin typeface="Arial" panose="020B0604020202020204" pitchFamily="34" charset="0"/>
                  <a:cs typeface="Arial" panose="020B0604020202020204" pitchFamily="34" charset="0"/>
                </a:rPr>
                <a:t> (</a:t>
              </a:r>
              <a:r>
                <a:rPr lang="es-ES" sz="1000" kern="1200" dirty="0" err="1">
                  <a:latin typeface="Arial" panose="020B0604020202020204" pitchFamily="34" charset="0"/>
                  <a:cs typeface="Arial" panose="020B0604020202020204" pitchFamily="34" charset="0"/>
                </a:rPr>
                <a:t>Steps</a:t>
              </a:r>
              <a:r>
                <a:rPr lang="es-ES" sz="1000" kern="1200" dirty="0">
                  <a:latin typeface="Arial" panose="020B0604020202020204" pitchFamily="34" charset="0"/>
                  <a:cs typeface="Arial" panose="020B0604020202020204" pitchFamily="34" charset="0"/>
                </a:rPr>
                <a:t>)</a:t>
              </a:r>
            </a:p>
            <a:p>
              <a:pPr marL="117475" algn="l">
                <a:spcBef>
                  <a:spcPts val="75"/>
                </a:spcBef>
                <a:defRPr/>
              </a:pPr>
              <a:r>
                <a:rPr lang="es-ES" sz="1000" kern="1200" dirty="0">
                  <a:latin typeface="Arial" panose="020B0604020202020204" pitchFamily="34" charset="0"/>
                  <a:cs typeface="Arial" panose="020B0604020202020204" pitchFamily="34" charset="0"/>
                </a:rPr>
                <a:t>CASO DE ESTUDIO</a:t>
              </a:r>
            </a:p>
            <a:p>
              <a:pPr marL="117475" marR="0" lvl="0" indent="0" algn="l" defTabSz="914400" rtl="0" eaLnBrk="1" fontAlgn="auto" latinLnBrk="0" hangingPunct="1">
                <a:lnSpc>
                  <a:spcPct val="100000"/>
                </a:lnSpc>
                <a:spcBef>
                  <a:spcPts val="75"/>
                </a:spcBef>
                <a:spcAft>
                  <a:spcPts val="0"/>
                </a:spcAft>
                <a:buClrTx/>
                <a:buSzTx/>
                <a:buFontTx/>
                <a:buNone/>
                <a:tabLst/>
                <a:defRPr/>
              </a:pPr>
              <a:endParaRPr kumimoji="0" lang="es-ES" sz="108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Referencias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2" name="Picture 2" descr="El Ágora">
              <a:extLst>
                <a:ext uri="{FF2B5EF4-FFF2-40B4-BE49-F238E27FC236}">
                  <a16:creationId xmlns:a16="http://schemas.microsoft.com/office/drawing/2014/main" id="{CF1E6029-C471-4A6C-9A98-D97B2B136D65}"/>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6200" r="71615" b="38696"/>
            <a:stretch/>
          </p:blipFill>
          <p:spPr bwMode="auto">
            <a:xfrm>
              <a:off x="10588327" y="879000"/>
              <a:ext cx="1299169" cy="136905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6683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ángulo 4">
                <a:extLst>
                  <a:ext uri="{FF2B5EF4-FFF2-40B4-BE49-F238E27FC236}">
                    <a16:creationId xmlns:a16="http://schemas.microsoft.com/office/drawing/2014/main" id="{4751FFE9-BADB-F874-962C-5195E6F65739}"/>
                  </a:ext>
                </a:extLst>
              </p:cNvPr>
              <p:cNvSpPr/>
              <p:nvPr/>
            </p:nvSpPr>
            <p:spPr>
              <a:xfrm>
                <a:off x="496111" y="879000"/>
                <a:ext cx="9483210" cy="254999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marL="342900" indent="-342900" algn="just">
                  <a:spcAft>
                    <a:spcPts val="600"/>
                  </a:spcAft>
                  <a:buFont typeface="Arial" panose="020B0604020202020204" pitchFamily="34" charset="0"/>
                  <a:buChar char="•"/>
                </a:pPr>
                <a:r>
                  <a:rPr lang="es-ES" sz="2400" b="1" i="1" dirty="0">
                    <a:solidFill>
                      <a:srgbClr val="333333"/>
                    </a:solidFill>
                    <a:latin typeface="Helvetica Neue"/>
                  </a:rPr>
                  <a:t>Paso 1: </a:t>
                </a:r>
                <a:r>
                  <a:rPr lang="es-ES" sz="2400" i="1" dirty="0">
                    <a:solidFill>
                      <a:srgbClr val="333333"/>
                    </a:solidFill>
                    <a:latin typeface="Helvetica Neue"/>
                  </a:rPr>
                  <a:t>Determinar los valores máximos y mínimos para cada una de las variables de la decisión. </a:t>
                </a:r>
              </a:p>
              <a:p>
                <a:pPr marL="342900" indent="-342900" algn="just">
                  <a:spcAft>
                    <a:spcPts val="600"/>
                  </a:spcAft>
                  <a:buFont typeface="Arial" panose="020B0604020202020204" pitchFamily="34" charset="0"/>
                  <a:buChar char="•"/>
                </a:pPr>
                <a:r>
                  <a:rPr lang="es-ES" sz="2400" b="1" i="1" dirty="0">
                    <a:solidFill>
                      <a:srgbClr val="333333"/>
                    </a:solidFill>
                    <a:latin typeface="Helvetica Neue"/>
                  </a:rPr>
                  <a:t>Paso 2: </a:t>
                </a:r>
                <a:r>
                  <a:rPr lang="es-ES" sz="2400" i="1" dirty="0">
                    <a:solidFill>
                      <a:srgbClr val="333333"/>
                    </a:solidFill>
                    <a:latin typeface="Helvetica Neue"/>
                  </a:rPr>
                  <a:t>Se define el número de concentradores de información o Semillas (</a:t>
                </a:r>
                <a:r>
                  <a:rPr lang="es-ES" sz="2400" i="1" dirty="0" err="1">
                    <a:solidFill>
                      <a:srgbClr val="333333"/>
                    </a:solidFill>
                    <a:latin typeface="Helvetica Neue"/>
                  </a:rPr>
                  <a:t>Nclusters</a:t>
                </a:r>
                <a:r>
                  <a:rPr lang="es-ES" sz="2400" i="1" dirty="0">
                    <a:solidFill>
                      <a:srgbClr val="333333"/>
                    </a:solidFill>
                    <a:latin typeface="Helvetica Neue"/>
                  </a:rPr>
                  <a:t>=5 – 5 Semillas).</a:t>
                </a:r>
              </a:p>
              <a:p>
                <a:pPr algn="ctr">
                  <a:spcAft>
                    <a:spcPts val="600"/>
                  </a:spcAft>
                </a:pPr>
                <a:r>
                  <a:rPr lang="es-ES" sz="2400" i="1" dirty="0">
                    <a:solidFill>
                      <a:srgbClr val="333333"/>
                    </a:solidFill>
                    <a:latin typeface="Helvetica Neue"/>
                  </a:rPr>
                  <a:t>+min+(</a:t>
                </a:r>
                <a:r>
                  <a:rPr lang="es-ES" sz="2400" i="1" dirty="0" err="1">
                    <a:solidFill>
                      <a:srgbClr val="333333"/>
                    </a:solidFill>
                    <a:latin typeface="Helvetica Neue"/>
                  </a:rPr>
                  <a:t>max</a:t>
                </a:r>
                <a:r>
                  <a:rPr lang="es-ES" sz="2400" i="1" dirty="0">
                    <a:solidFill>
                      <a:srgbClr val="333333"/>
                    </a:solidFill>
                    <a:latin typeface="Helvetica Neue"/>
                  </a:rPr>
                  <a:t>-min)*aleatorio()</a:t>
                </a:r>
              </a:p>
              <a:p>
                <a:pPr marL="342900" indent="-342900" algn="just">
                  <a:spcAft>
                    <a:spcPts val="600"/>
                  </a:spcAft>
                  <a:buFont typeface="Arial" panose="020B0604020202020204" pitchFamily="34" charset="0"/>
                  <a:buChar char="•"/>
                </a:pPr>
                <a:r>
                  <a:rPr lang="es-ES" sz="2400" b="1" i="1" dirty="0">
                    <a:solidFill>
                      <a:srgbClr val="333333"/>
                    </a:solidFill>
                    <a:latin typeface="Helvetica Neue"/>
                  </a:rPr>
                  <a:t>Paso 3: </a:t>
                </a:r>
                <a:r>
                  <a:rPr lang="es-ES" sz="2400" i="1" dirty="0">
                    <a:solidFill>
                      <a:srgbClr val="333333"/>
                    </a:solidFill>
                    <a:latin typeface="Helvetica Neue"/>
                  </a:rPr>
                  <a:t>Se procede a calcular la distancia de cada individuo a cada una de las semillas.</a:t>
                </a:r>
              </a:p>
              <a:p>
                <a:pPr algn="just">
                  <a:spcAft>
                    <a:spcPts val="600"/>
                  </a:spcAft>
                </a:pPr>
                <a14:m>
                  <m:oMathPara xmlns:m="http://schemas.openxmlformats.org/officeDocument/2006/math">
                    <m:oMathParaPr>
                      <m:jc m:val="center"/>
                    </m:oMathParaPr>
                    <m:oMath xmlns:m="http://schemas.openxmlformats.org/officeDocument/2006/math">
                      <m:r>
                        <a:rPr lang="es-ES" sz="2400" i="1">
                          <a:solidFill>
                            <a:srgbClr val="333333"/>
                          </a:solidFill>
                          <a:latin typeface="Cambria Math" panose="02040503050406030204" pitchFamily="18" charset="0"/>
                        </a:rPr>
                        <m:t>𝐷𝑠</m:t>
                      </m:r>
                      <m:r>
                        <a:rPr lang="es-ES" sz="2400" i="1">
                          <a:solidFill>
                            <a:srgbClr val="333333"/>
                          </a:solidFill>
                          <a:latin typeface="Cambria Math" panose="02040503050406030204" pitchFamily="18" charset="0"/>
                        </a:rPr>
                        <m:t>,</m:t>
                      </m:r>
                      <m:r>
                        <a:rPr lang="es-ES" sz="2400" i="1">
                          <a:solidFill>
                            <a:srgbClr val="333333"/>
                          </a:solidFill>
                          <a:latin typeface="Cambria Math" panose="02040503050406030204" pitchFamily="18" charset="0"/>
                        </a:rPr>
                        <m:t>𝑖</m:t>
                      </m:r>
                      <m:r>
                        <a:rPr lang="es-ES" sz="2400" i="1">
                          <a:solidFill>
                            <a:srgbClr val="333333"/>
                          </a:solidFill>
                          <a:latin typeface="Cambria Math" panose="02040503050406030204" pitchFamily="18" charset="0"/>
                        </a:rPr>
                        <m:t>=</m:t>
                      </m:r>
                      <m:rad>
                        <m:radPr>
                          <m:degHide m:val="on"/>
                          <m:ctrlPr>
                            <a:rPr lang="es-ES" sz="2400" i="1">
                              <a:solidFill>
                                <a:srgbClr val="333333"/>
                              </a:solidFill>
                              <a:latin typeface="Cambria Math" panose="02040503050406030204" pitchFamily="18" charset="0"/>
                            </a:rPr>
                          </m:ctrlPr>
                        </m:radPr>
                        <m:deg/>
                        <m:e>
                          <m:sSup>
                            <m:sSupPr>
                              <m:ctrlPr>
                                <a:rPr lang="es-ES" sz="2400" i="1">
                                  <a:solidFill>
                                    <a:srgbClr val="333333"/>
                                  </a:solidFill>
                                  <a:latin typeface="Cambria Math" panose="02040503050406030204" pitchFamily="18" charset="0"/>
                                </a:rPr>
                              </m:ctrlPr>
                            </m:sSupPr>
                            <m:e>
                              <m:d>
                                <m:dPr>
                                  <m:ctrlPr>
                                    <a:rPr lang="es-ES" sz="2400" i="1">
                                      <a:solidFill>
                                        <a:srgbClr val="333333"/>
                                      </a:solidFill>
                                      <a:latin typeface="Cambria Math" panose="02040503050406030204" pitchFamily="18" charset="0"/>
                                    </a:rPr>
                                  </m:ctrlPr>
                                </m:dPr>
                                <m:e>
                                  <m:r>
                                    <a:rPr lang="es-ES" sz="2400" i="1">
                                      <a:solidFill>
                                        <a:srgbClr val="333333"/>
                                      </a:solidFill>
                                      <a:latin typeface="Cambria Math" panose="02040503050406030204" pitchFamily="18" charset="0"/>
                                    </a:rPr>
                                    <m:t>𝑋𝑠</m:t>
                                  </m:r>
                                  <m:r>
                                    <a:rPr lang="es-ES" sz="2400" i="1">
                                      <a:solidFill>
                                        <a:srgbClr val="333333"/>
                                      </a:solidFill>
                                      <a:latin typeface="Cambria Math" panose="02040503050406030204" pitchFamily="18" charset="0"/>
                                    </a:rPr>
                                    <m:t>−</m:t>
                                  </m:r>
                                  <m:r>
                                    <a:rPr lang="es-ES" sz="2400" i="1">
                                      <a:solidFill>
                                        <a:srgbClr val="333333"/>
                                      </a:solidFill>
                                      <a:latin typeface="Cambria Math" panose="02040503050406030204" pitchFamily="18" charset="0"/>
                                    </a:rPr>
                                    <m:t>𝑋𝑖</m:t>
                                  </m:r>
                                </m:e>
                              </m:d>
                            </m:e>
                            <m:sup>
                              <m:r>
                                <a:rPr lang="es-ES" sz="2400" i="1">
                                  <a:solidFill>
                                    <a:srgbClr val="333333"/>
                                  </a:solidFill>
                                  <a:latin typeface="Cambria Math" panose="02040503050406030204" pitchFamily="18" charset="0"/>
                                </a:rPr>
                                <m:t>2</m:t>
                              </m:r>
                            </m:sup>
                          </m:sSup>
                        </m:e>
                      </m:rad>
                      <m:r>
                        <a:rPr lang="es-ES" sz="2400" i="1">
                          <a:solidFill>
                            <a:srgbClr val="333333"/>
                          </a:solidFill>
                          <a:latin typeface="Cambria Math" panose="02040503050406030204" pitchFamily="18" charset="0"/>
                        </a:rPr>
                        <m:t>≔</m:t>
                      </m:r>
                      <m:r>
                        <a:rPr lang="es-ES" sz="2400" i="1">
                          <a:solidFill>
                            <a:srgbClr val="333333"/>
                          </a:solidFill>
                          <a:latin typeface="Cambria Math" panose="02040503050406030204" pitchFamily="18" charset="0"/>
                        </a:rPr>
                        <m:t>𝐴𝐵𝑆</m:t>
                      </m:r>
                      <m:d>
                        <m:dPr>
                          <m:ctrlPr>
                            <a:rPr lang="es-ES" sz="2400" i="1">
                              <a:solidFill>
                                <a:srgbClr val="333333"/>
                              </a:solidFill>
                              <a:latin typeface="Cambria Math" panose="02040503050406030204" pitchFamily="18" charset="0"/>
                            </a:rPr>
                          </m:ctrlPr>
                        </m:dPr>
                        <m:e>
                          <m:r>
                            <a:rPr lang="es-ES" sz="2400" i="1">
                              <a:solidFill>
                                <a:srgbClr val="333333"/>
                              </a:solidFill>
                              <a:latin typeface="Cambria Math" panose="02040503050406030204" pitchFamily="18" charset="0"/>
                            </a:rPr>
                            <m:t>𝑋𝑠</m:t>
                          </m:r>
                          <m:r>
                            <a:rPr lang="es-ES" sz="2400" i="1">
                              <a:solidFill>
                                <a:srgbClr val="333333"/>
                              </a:solidFill>
                              <a:latin typeface="Cambria Math" panose="02040503050406030204" pitchFamily="18" charset="0"/>
                            </a:rPr>
                            <m:t>,</m:t>
                          </m:r>
                          <m:r>
                            <a:rPr lang="es-ES" sz="2400" i="1">
                              <a:solidFill>
                                <a:srgbClr val="333333"/>
                              </a:solidFill>
                              <a:latin typeface="Cambria Math" panose="02040503050406030204" pitchFamily="18" charset="0"/>
                            </a:rPr>
                            <m:t>𝑋𝑖</m:t>
                          </m:r>
                        </m:e>
                      </m:d>
                    </m:oMath>
                  </m:oMathPara>
                </a14:m>
                <a:endParaRPr lang="es-ES" sz="2400" i="1" dirty="0">
                  <a:solidFill>
                    <a:srgbClr val="333333"/>
                  </a:solidFill>
                  <a:latin typeface="Helvetica Neue"/>
                </a:endParaRPr>
              </a:p>
              <a:p>
                <a:pPr lvl="1" algn="just">
                  <a:spcAft>
                    <a:spcPts val="600"/>
                  </a:spcAft>
                  <a:defRPr/>
                </a:pPr>
                <a14:m>
                  <m:oMath xmlns:m="http://schemas.openxmlformats.org/officeDocument/2006/math">
                    <m:r>
                      <a:rPr lang="es-ES" sz="2000" i="1">
                        <a:solidFill>
                          <a:srgbClr val="333333"/>
                        </a:solidFill>
                        <a:latin typeface="Cambria Math" panose="02040503050406030204" pitchFamily="18" charset="0"/>
                      </a:rPr>
                      <m:t>𝑋𝑠</m:t>
                    </m:r>
                  </m:oMath>
                </a14:m>
                <a:r>
                  <a:rPr lang="es-ES" sz="2000" i="1" dirty="0">
                    <a:solidFill>
                      <a:srgbClr val="333333"/>
                    </a:solidFill>
                    <a:latin typeface="Helvetica Neue"/>
                  </a:rPr>
                  <a:t>: Es el valor de la semilla. </a:t>
                </a:r>
              </a:p>
              <a:p>
                <a:pPr lvl="1" algn="just">
                  <a:spcAft>
                    <a:spcPts val="600"/>
                  </a:spcAft>
                  <a:defRPr/>
                </a:pPr>
                <a14:m>
                  <m:oMath xmlns:m="http://schemas.openxmlformats.org/officeDocument/2006/math">
                    <m:sSub>
                      <m:sSubPr>
                        <m:ctrlPr>
                          <a:rPr lang="es-ES" sz="2000" i="1">
                            <a:solidFill>
                              <a:srgbClr val="333333"/>
                            </a:solidFill>
                            <a:latin typeface="Cambria Math" panose="02040503050406030204" pitchFamily="18" charset="0"/>
                          </a:rPr>
                        </m:ctrlPr>
                      </m:sSubPr>
                      <m:e>
                        <m:r>
                          <a:rPr lang="es-ES" sz="2000" i="1">
                            <a:solidFill>
                              <a:srgbClr val="333333"/>
                            </a:solidFill>
                            <a:latin typeface="Cambria Math" panose="02040503050406030204" pitchFamily="18" charset="0"/>
                          </a:rPr>
                          <m:t>𝑋</m:t>
                        </m:r>
                      </m:e>
                      <m:sub>
                        <m:r>
                          <a:rPr lang="es-ES" sz="2000" i="1">
                            <a:solidFill>
                              <a:srgbClr val="333333"/>
                            </a:solidFill>
                            <a:latin typeface="Cambria Math" panose="02040503050406030204" pitchFamily="18" charset="0"/>
                          </a:rPr>
                          <m:t>𝑖</m:t>
                        </m:r>
                      </m:sub>
                    </m:sSub>
                  </m:oMath>
                </a14:m>
                <a:r>
                  <a:rPr lang="es-ES" sz="2000" i="1" dirty="0">
                    <a:solidFill>
                      <a:srgbClr val="333333"/>
                    </a:solidFill>
                    <a:latin typeface="Helvetica Neue"/>
                  </a:rPr>
                  <a:t>: Indica el valor de la edad o de cualquier otra variable de un individuo.</a:t>
                </a:r>
              </a:p>
              <a:p>
                <a:pPr algn="just">
                  <a:spcAft>
                    <a:spcPts val="600"/>
                  </a:spcAft>
                </a:pPr>
                <a:endParaRPr lang="es-ES" sz="2400" i="1" dirty="0">
                  <a:solidFill>
                    <a:srgbClr val="333333"/>
                  </a:solidFill>
                  <a:latin typeface="Helvetica Neue"/>
                </a:endParaRPr>
              </a:p>
            </p:txBody>
          </p:sp>
        </mc:Choice>
        <mc:Fallback xmlns="">
          <p:sp>
            <p:nvSpPr>
              <p:cNvPr id="5" name="Rectángulo 4">
                <a:extLst>
                  <a:ext uri="{FF2B5EF4-FFF2-40B4-BE49-F238E27FC236}">
                    <a16:creationId xmlns:a16="http://schemas.microsoft.com/office/drawing/2014/main" id="{4751FFE9-BADB-F874-962C-5195E6F65739}"/>
                  </a:ext>
                </a:extLst>
              </p:cNvPr>
              <p:cNvSpPr>
                <a:spLocks noRot="1" noChangeAspect="1" noMove="1" noResize="1" noEditPoints="1" noAdjustHandles="1" noChangeArrowheads="1" noChangeShapeType="1" noTextEdit="1"/>
              </p:cNvSpPr>
              <p:nvPr/>
            </p:nvSpPr>
            <p:spPr>
              <a:xfrm>
                <a:off x="496111" y="879000"/>
                <a:ext cx="9483210" cy="2549999"/>
              </a:xfrm>
              <a:prstGeom prst="rect">
                <a:avLst/>
              </a:prstGeom>
              <a:blipFill>
                <a:blip r:embed="rId3"/>
                <a:stretch>
                  <a:fillRect l="-835" t="-1675" r="-1028" b="-67703"/>
                </a:stretch>
              </a:blipFill>
              <a:ln>
                <a:noFill/>
              </a:ln>
            </p:spPr>
            <p:txBody>
              <a:bodyPr/>
              <a:lstStyle/>
              <a:p>
                <a:r>
                  <a:rPr lang="es-ES">
                    <a:noFill/>
                  </a:rPr>
                  <a:t> </a:t>
                </a:r>
              </a:p>
            </p:txBody>
          </p:sp>
        </mc:Fallback>
      </mc:AlternateContent>
      <p:sp>
        <p:nvSpPr>
          <p:cNvPr id="9" name="Rectángulo 8">
            <a:extLst>
              <a:ext uri="{FF2B5EF4-FFF2-40B4-BE49-F238E27FC236}">
                <a16:creationId xmlns:a16="http://schemas.microsoft.com/office/drawing/2014/main" id="{D9797E39-2761-8221-09EF-F43E8355ADF2}"/>
              </a:ext>
            </a:extLst>
          </p:cNvPr>
          <p:cNvSpPr/>
          <p:nvPr/>
        </p:nvSpPr>
        <p:spPr>
          <a:xfrm>
            <a:off x="384941" y="173417"/>
            <a:ext cx="7936099" cy="5722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1200"/>
              </a:spcAft>
              <a:buClrTx/>
              <a:buSzTx/>
              <a:tabLst/>
              <a:defRPr/>
            </a:pPr>
            <a:r>
              <a:rPr kumimoji="0" lang="en-US" sz="2800" b="1" i="0"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Método</a:t>
            </a:r>
            <a:r>
              <a:rPr kumimoji="0" lang="en-US" sz="28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K-Means (Steps)</a:t>
            </a:r>
          </a:p>
        </p:txBody>
      </p:sp>
      <p:grpSp>
        <p:nvGrpSpPr>
          <p:cNvPr id="7" name="Grupo 6">
            <a:extLst>
              <a:ext uri="{FF2B5EF4-FFF2-40B4-BE49-F238E27FC236}">
                <a16:creationId xmlns:a16="http://schemas.microsoft.com/office/drawing/2014/main" id="{7474DBDC-0A2A-4947-BAF0-6E9BEDFAB591}"/>
              </a:ext>
            </a:extLst>
          </p:cNvPr>
          <p:cNvGrpSpPr/>
          <p:nvPr/>
        </p:nvGrpSpPr>
        <p:grpSpPr>
          <a:xfrm>
            <a:off x="10283825" y="0"/>
            <a:ext cx="2005711" cy="6858000"/>
            <a:chOff x="10283825" y="0"/>
            <a:chExt cx="2005711" cy="6858000"/>
          </a:xfrm>
        </p:grpSpPr>
        <p:sp>
          <p:nvSpPr>
            <p:cNvPr id="8" name="Cuadro de texto 9">
              <a:extLst>
                <a:ext uri="{FF2B5EF4-FFF2-40B4-BE49-F238E27FC236}">
                  <a16:creationId xmlns:a16="http://schemas.microsoft.com/office/drawing/2014/main" id="{2B0197AD-6373-40AC-8609-CBC56F394877}"/>
                </a:ext>
              </a:extLst>
            </p:cNvPr>
            <p:cNvSpPr txBox="1">
              <a:spLocks noChangeArrowheads="1"/>
            </p:cNvSpPr>
            <p:nvPr/>
          </p:nvSpPr>
          <p:spPr bwMode="auto">
            <a:xfrm>
              <a:off x="10283825" y="0"/>
              <a:ext cx="2005711" cy="6858000"/>
            </a:xfrm>
            <a:prstGeom prst="rect">
              <a:avLst/>
            </a:prstGeom>
            <a:solidFill>
              <a:srgbClr val="4472C4">
                <a:lumMod val="50000"/>
              </a:srgbClr>
            </a:solidFill>
            <a:ln w="12700" cap="flat" cmpd="sng" algn="ctr">
              <a:noFill/>
              <a:prstDash val="solid"/>
              <a:miter lim="800000"/>
            </a:ln>
            <a:effectLst/>
          </p:spPr>
          <p:txBody>
            <a:bodyPr rtlCol="0" anchor="t"/>
            <a:lstStyle>
              <a:defPPr>
                <a:defRPr lang="en-US"/>
              </a:defPPr>
              <a:lvl1pPr marR="0" lvl="0" indent="0" algn="ctr" defTabSz="914400" fontAlgn="auto">
                <a:lnSpc>
                  <a:spcPct val="100000"/>
                </a:lnSpc>
                <a:spcBef>
                  <a:spcPts val="0"/>
                </a:spcBef>
                <a:spcAft>
                  <a:spcPts val="0"/>
                </a:spcAft>
                <a:buClrTx/>
                <a:buSzTx/>
                <a:buFontTx/>
                <a:buNone/>
                <a:tabLst/>
                <a:defRPr kumimoji="0" b="0" i="0" u="none" strike="noStrike" kern="0" cap="none" spc="0" normalizeH="0" baseline="0">
                  <a:ln>
                    <a:noFill/>
                  </a:ln>
                  <a:solidFill>
                    <a:prstClr val="white"/>
                  </a:solidFill>
                  <a:effectLst/>
                  <a:uLnTx/>
                  <a:uFillTx/>
                  <a:latin typeface="Calibri" panose="020F050202020403020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Métodos de </a:t>
              </a:r>
              <a:r>
                <a:rPr kumimoji="0" lang="es-ES" sz="1000" b="1" i="0" u="none" strike="noStrike" kern="1200" cap="none" spc="0" normalizeH="0" baseline="0" noProof="0" dirty="0" err="1">
                  <a:ln>
                    <a:noFill/>
                  </a:ln>
                  <a:solidFill>
                    <a:srgbClr val="FFFFFF"/>
                  </a:solidFill>
                  <a:effectLst/>
                  <a:uLnTx/>
                  <a:uFillTx/>
                  <a:latin typeface="Arial" charset="0"/>
                  <a:ea typeface="+mn-ea"/>
                  <a:cs typeface="Arial" charset="0"/>
                </a:rPr>
                <a:t>Clusterización</a:t>
              </a: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Contenido</a:t>
              </a: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Métodos de </a:t>
              </a:r>
              <a:r>
                <a:rPr kumimoji="0" lang="es-ES" sz="1050" b="1"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marR="0" lvl="0" indent="0" algn="l" defTabSz="914400" rtl="0" eaLnBrk="1" fontAlgn="auto" latinLnBrk="0" hangingPunct="1">
                <a:lnSpc>
                  <a:spcPct val="100000"/>
                </a:lnSpc>
                <a:spcBef>
                  <a:spcPts val="75"/>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Estructura – Métodos de </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KNN </a:t>
              </a:r>
            </a:p>
            <a:p>
              <a:pPr marL="117475" algn="l">
                <a:spcBef>
                  <a:spcPts val="75"/>
                </a:spcBef>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 K-</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Means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a:t>
              </a:r>
              <a:r>
                <a:rPr lang="es-ES" sz="1000" kern="1200" dirty="0" err="1">
                  <a:latin typeface="Arial" panose="020B0604020202020204" pitchFamily="34" charset="0"/>
                  <a:cs typeface="Arial" panose="020B0604020202020204" pitchFamily="34" charset="0"/>
                </a:rPr>
                <a:t>Means</a:t>
              </a:r>
              <a:r>
                <a:rPr lang="es-ES" sz="1000" kern="1200" dirty="0">
                  <a:latin typeface="Arial" panose="020B0604020202020204" pitchFamily="34" charset="0"/>
                  <a:cs typeface="Arial" panose="020B0604020202020204" pitchFamily="34" charset="0"/>
                </a:rPr>
                <a:t> (</a:t>
              </a:r>
              <a:r>
                <a:rPr lang="es-ES" sz="1000" kern="1200" dirty="0" err="1">
                  <a:latin typeface="Arial" panose="020B0604020202020204" pitchFamily="34" charset="0"/>
                  <a:cs typeface="Arial" panose="020B0604020202020204" pitchFamily="34" charset="0"/>
                </a:rPr>
                <a:t>Steps</a:t>
              </a:r>
              <a:r>
                <a:rPr lang="es-ES" sz="1000" kern="1200" dirty="0">
                  <a:latin typeface="Arial" panose="020B0604020202020204" pitchFamily="34" charset="0"/>
                  <a:cs typeface="Arial" panose="020B0604020202020204" pitchFamily="34" charset="0"/>
                </a:rPr>
                <a:t>)</a:t>
              </a:r>
            </a:p>
            <a:p>
              <a:pPr marL="117475" algn="l">
                <a:spcBef>
                  <a:spcPts val="75"/>
                </a:spcBef>
                <a:defRPr/>
              </a:pPr>
              <a:r>
                <a:rPr lang="es-ES" sz="1000" kern="1200" dirty="0">
                  <a:latin typeface="Arial" panose="020B0604020202020204" pitchFamily="34" charset="0"/>
                  <a:cs typeface="Arial" panose="020B0604020202020204" pitchFamily="34" charset="0"/>
                </a:rPr>
                <a:t>CASO DE ESTUDIO</a:t>
              </a:r>
            </a:p>
            <a:p>
              <a:pPr marL="117475" marR="0" lvl="0" indent="0" algn="l" defTabSz="914400" rtl="0" eaLnBrk="1" fontAlgn="auto" latinLnBrk="0" hangingPunct="1">
                <a:lnSpc>
                  <a:spcPct val="100000"/>
                </a:lnSpc>
                <a:spcBef>
                  <a:spcPts val="75"/>
                </a:spcBef>
                <a:spcAft>
                  <a:spcPts val="0"/>
                </a:spcAft>
                <a:buClrTx/>
                <a:buSzTx/>
                <a:buFontTx/>
                <a:buNone/>
                <a:tabLst/>
                <a:defRPr/>
              </a:pPr>
              <a:endParaRPr kumimoji="0" lang="es-ES" sz="108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Referencias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0" name="Picture 2" descr="El Ágora">
              <a:extLst>
                <a:ext uri="{FF2B5EF4-FFF2-40B4-BE49-F238E27FC236}">
                  <a16:creationId xmlns:a16="http://schemas.microsoft.com/office/drawing/2014/main" id="{F099B38C-6041-4D0C-B731-C4C15065DA7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200" r="71615" b="38696"/>
            <a:stretch/>
          </p:blipFill>
          <p:spPr bwMode="auto">
            <a:xfrm>
              <a:off x="10588327" y="879000"/>
              <a:ext cx="1299169" cy="136905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51209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751FFE9-BADB-F874-962C-5195E6F65739}"/>
              </a:ext>
            </a:extLst>
          </p:cNvPr>
          <p:cNvSpPr/>
          <p:nvPr/>
        </p:nvSpPr>
        <p:spPr>
          <a:xfrm>
            <a:off x="496111" y="879000"/>
            <a:ext cx="9483210" cy="507069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marL="342900" indent="-342900" algn="just">
              <a:spcAft>
                <a:spcPts val="600"/>
              </a:spcAft>
              <a:buFont typeface="Arial" panose="020B0604020202020204" pitchFamily="34" charset="0"/>
              <a:buChar char="•"/>
            </a:pPr>
            <a:r>
              <a:rPr lang="es-ES" sz="2400" b="1" i="1" dirty="0">
                <a:solidFill>
                  <a:srgbClr val="333333"/>
                </a:solidFill>
                <a:latin typeface="Helvetica Neue"/>
              </a:rPr>
              <a:t>Paso 4: </a:t>
            </a:r>
            <a:r>
              <a:rPr lang="es-ES" sz="2400" i="1" dirty="0">
                <a:solidFill>
                  <a:srgbClr val="333333"/>
                </a:solidFill>
                <a:latin typeface="Helvetica Neue"/>
              </a:rPr>
              <a:t>Determinamos los promedios de la edad de los datos que quedaron en cada una de las Semillas. Esto nos arrojara como resultado lo que se conoce como un </a:t>
            </a:r>
            <a:r>
              <a:rPr lang="es-ES" sz="2400" b="1" i="1" dirty="0">
                <a:solidFill>
                  <a:srgbClr val="00329A"/>
                </a:solidFill>
                <a:latin typeface="Helvetica Neue"/>
              </a:rPr>
              <a:t>Clúster</a:t>
            </a:r>
            <a:r>
              <a:rPr lang="es-ES" sz="2400" i="1" dirty="0">
                <a:solidFill>
                  <a:srgbClr val="333333"/>
                </a:solidFill>
                <a:latin typeface="Helvetica Neue"/>
              </a:rPr>
              <a:t>.</a:t>
            </a:r>
          </a:p>
          <a:p>
            <a:pPr marL="342900" indent="-342900" algn="just">
              <a:spcAft>
                <a:spcPts val="600"/>
              </a:spcAft>
              <a:buFont typeface="Arial" panose="020B0604020202020204" pitchFamily="34" charset="0"/>
              <a:buChar char="•"/>
            </a:pPr>
            <a:r>
              <a:rPr lang="es-ES" sz="2400" b="1" i="1" dirty="0">
                <a:solidFill>
                  <a:srgbClr val="333333"/>
                </a:solidFill>
                <a:latin typeface="Helvetica Neue"/>
              </a:rPr>
              <a:t>Paso 5: Imputación. </a:t>
            </a:r>
            <a:r>
              <a:rPr lang="es-ES" sz="2400" i="1" dirty="0">
                <a:solidFill>
                  <a:srgbClr val="333333"/>
                </a:solidFill>
                <a:latin typeface="Helvetica Neue"/>
              </a:rPr>
              <a:t>La imputación se relación con el valor de salida que toma un solicitante de crédito de acuerdo con sus variables socioeconómicas y la estructura de los clústeres. </a:t>
            </a:r>
          </a:p>
          <a:p>
            <a:pPr marL="800100" lvl="1" indent="-342900" algn="just">
              <a:spcAft>
                <a:spcPts val="600"/>
              </a:spcAft>
              <a:buFont typeface="Arial" panose="020B0604020202020204" pitchFamily="34" charset="0"/>
              <a:buChar char="•"/>
            </a:pPr>
            <a:r>
              <a:rPr lang="es-ES" sz="2400" i="1" dirty="0">
                <a:solidFill>
                  <a:srgbClr val="333333"/>
                </a:solidFill>
                <a:latin typeface="Helvetica Neue"/>
              </a:rPr>
              <a:t>Esta imputación se hace utilizando la fórmula de distancia de manera similar a como se hizo el KNN.</a:t>
            </a:r>
          </a:p>
          <a:p>
            <a:pPr marL="800100" lvl="1" indent="-342900" algn="just">
              <a:spcAft>
                <a:spcPts val="600"/>
              </a:spcAft>
              <a:buFont typeface="Arial" panose="020B0604020202020204" pitchFamily="34" charset="0"/>
              <a:buChar char="•"/>
            </a:pPr>
            <a:r>
              <a:rPr lang="es-ES" sz="2400" i="1" dirty="0">
                <a:solidFill>
                  <a:srgbClr val="333333"/>
                </a:solidFill>
                <a:latin typeface="Helvetica Neue"/>
              </a:rPr>
              <a:t>En este punto el modelo entrega los valores de </a:t>
            </a:r>
            <a:r>
              <a:rPr lang="es-ES" sz="2400" i="1" dirty="0" err="1">
                <a:solidFill>
                  <a:srgbClr val="333333"/>
                </a:solidFill>
                <a:latin typeface="Helvetica Neue"/>
              </a:rPr>
              <a:t>PreAprobación</a:t>
            </a:r>
            <a:r>
              <a:rPr lang="es-ES" sz="2400" i="1" dirty="0">
                <a:solidFill>
                  <a:srgbClr val="333333"/>
                </a:solidFill>
                <a:latin typeface="Helvetica Neue"/>
              </a:rPr>
              <a:t> y de </a:t>
            </a:r>
            <a:r>
              <a:rPr lang="es-ES" sz="2400" i="1" dirty="0" err="1">
                <a:solidFill>
                  <a:srgbClr val="333333"/>
                </a:solidFill>
                <a:latin typeface="Helvetica Neue"/>
              </a:rPr>
              <a:t>Prenegación</a:t>
            </a:r>
            <a:r>
              <a:rPr lang="es-ES" sz="2400" i="1" dirty="0">
                <a:solidFill>
                  <a:srgbClr val="333333"/>
                </a:solidFill>
                <a:latin typeface="Helvetica Neue"/>
              </a:rPr>
              <a:t> de acuerdo al clúster al que pertenece la persona. </a:t>
            </a:r>
          </a:p>
          <a:p>
            <a:pPr algn="just">
              <a:spcAft>
                <a:spcPts val="600"/>
              </a:spcAft>
            </a:pPr>
            <a:endParaRPr lang="es-ES" sz="2400" i="1" dirty="0">
              <a:solidFill>
                <a:srgbClr val="333333"/>
              </a:solidFill>
              <a:latin typeface="Helvetica Neue"/>
            </a:endParaRPr>
          </a:p>
        </p:txBody>
      </p:sp>
      <p:sp>
        <p:nvSpPr>
          <p:cNvPr id="9" name="Rectángulo 8">
            <a:extLst>
              <a:ext uri="{FF2B5EF4-FFF2-40B4-BE49-F238E27FC236}">
                <a16:creationId xmlns:a16="http://schemas.microsoft.com/office/drawing/2014/main" id="{D9797E39-2761-8221-09EF-F43E8355ADF2}"/>
              </a:ext>
            </a:extLst>
          </p:cNvPr>
          <p:cNvSpPr/>
          <p:nvPr/>
        </p:nvSpPr>
        <p:spPr>
          <a:xfrm>
            <a:off x="384941" y="173417"/>
            <a:ext cx="7936099" cy="5722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1200"/>
              </a:spcAft>
              <a:buClrTx/>
              <a:buSzTx/>
              <a:tabLst/>
              <a:defRPr/>
            </a:pPr>
            <a:r>
              <a:rPr kumimoji="0" lang="en-US" sz="2800" b="1" i="0"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Método</a:t>
            </a:r>
            <a:r>
              <a:rPr kumimoji="0" lang="en-US" sz="28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K-Means (Steps)</a:t>
            </a:r>
          </a:p>
        </p:txBody>
      </p:sp>
      <p:grpSp>
        <p:nvGrpSpPr>
          <p:cNvPr id="7" name="Grupo 6">
            <a:extLst>
              <a:ext uri="{FF2B5EF4-FFF2-40B4-BE49-F238E27FC236}">
                <a16:creationId xmlns:a16="http://schemas.microsoft.com/office/drawing/2014/main" id="{6D70BEAC-A141-40FE-952B-1765E643CA4A}"/>
              </a:ext>
            </a:extLst>
          </p:cNvPr>
          <p:cNvGrpSpPr/>
          <p:nvPr/>
        </p:nvGrpSpPr>
        <p:grpSpPr>
          <a:xfrm>
            <a:off x="10283825" y="0"/>
            <a:ext cx="2005711" cy="6858000"/>
            <a:chOff x="10283825" y="0"/>
            <a:chExt cx="2005711" cy="6858000"/>
          </a:xfrm>
        </p:grpSpPr>
        <p:sp>
          <p:nvSpPr>
            <p:cNvPr id="8" name="Cuadro de texto 9">
              <a:extLst>
                <a:ext uri="{FF2B5EF4-FFF2-40B4-BE49-F238E27FC236}">
                  <a16:creationId xmlns:a16="http://schemas.microsoft.com/office/drawing/2014/main" id="{72498AD7-DBFF-44DA-A297-C0EB745CF233}"/>
                </a:ext>
              </a:extLst>
            </p:cNvPr>
            <p:cNvSpPr txBox="1">
              <a:spLocks noChangeArrowheads="1"/>
            </p:cNvSpPr>
            <p:nvPr/>
          </p:nvSpPr>
          <p:spPr bwMode="auto">
            <a:xfrm>
              <a:off x="10283825" y="0"/>
              <a:ext cx="2005711" cy="6858000"/>
            </a:xfrm>
            <a:prstGeom prst="rect">
              <a:avLst/>
            </a:prstGeom>
            <a:solidFill>
              <a:srgbClr val="4472C4">
                <a:lumMod val="50000"/>
              </a:srgbClr>
            </a:solidFill>
            <a:ln w="12700" cap="flat" cmpd="sng" algn="ctr">
              <a:noFill/>
              <a:prstDash val="solid"/>
              <a:miter lim="800000"/>
            </a:ln>
            <a:effectLst/>
          </p:spPr>
          <p:txBody>
            <a:bodyPr rtlCol="0" anchor="t"/>
            <a:lstStyle>
              <a:defPPr>
                <a:defRPr lang="en-US"/>
              </a:defPPr>
              <a:lvl1pPr marR="0" lvl="0" indent="0" algn="ctr" defTabSz="914400" fontAlgn="auto">
                <a:lnSpc>
                  <a:spcPct val="100000"/>
                </a:lnSpc>
                <a:spcBef>
                  <a:spcPts val="0"/>
                </a:spcBef>
                <a:spcAft>
                  <a:spcPts val="0"/>
                </a:spcAft>
                <a:buClrTx/>
                <a:buSzTx/>
                <a:buFontTx/>
                <a:buNone/>
                <a:tabLst/>
                <a:defRPr kumimoji="0" b="0" i="0" u="none" strike="noStrike" kern="0" cap="none" spc="0" normalizeH="0" baseline="0">
                  <a:ln>
                    <a:noFill/>
                  </a:ln>
                  <a:solidFill>
                    <a:prstClr val="white"/>
                  </a:solidFill>
                  <a:effectLst/>
                  <a:uLnTx/>
                  <a:uFillTx/>
                  <a:latin typeface="Calibri" panose="020F050202020403020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Métodos de </a:t>
              </a:r>
              <a:r>
                <a:rPr kumimoji="0" lang="es-ES" sz="1000" b="1" i="0" u="none" strike="noStrike" kern="1200" cap="none" spc="0" normalizeH="0" baseline="0" noProof="0" dirty="0" err="1">
                  <a:ln>
                    <a:noFill/>
                  </a:ln>
                  <a:solidFill>
                    <a:srgbClr val="FFFFFF"/>
                  </a:solidFill>
                  <a:effectLst/>
                  <a:uLnTx/>
                  <a:uFillTx/>
                  <a:latin typeface="Arial" charset="0"/>
                  <a:ea typeface="+mn-ea"/>
                  <a:cs typeface="Arial" charset="0"/>
                </a:rPr>
                <a:t>Clusterización</a:t>
              </a: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Contenido</a:t>
              </a: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Métodos de </a:t>
              </a:r>
              <a:r>
                <a:rPr kumimoji="0" lang="es-ES" sz="1050" b="1"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marR="0" lvl="0" indent="0" algn="l" defTabSz="914400" rtl="0" eaLnBrk="1" fontAlgn="auto" latinLnBrk="0" hangingPunct="1">
                <a:lnSpc>
                  <a:spcPct val="100000"/>
                </a:lnSpc>
                <a:spcBef>
                  <a:spcPts val="75"/>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Estructura – Métodos de </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KNN </a:t>
              </a:r>
            </a:p>
            <a:p>
              <a:pPr marL="117475" algn="l">
                <a:spcBef>
                  <a:spcPts val="75"/>
                </a:spcBef>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 K-</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Means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a:t>
              </a:r>
              <a:r>
                <a:rPr lang="es-ES" sz="1000" kern="1200" dirty="0" err="1">
                  <a:latin typeface="Arial" panose="020B0604020202020204" pitchFamily="34" charset="0"/>
                  <a:cs typeface="Arial" panose="020B0604020202020204" pitchFamily="34" charset="0"/>
                </a:rPr>
                <a:t>Means</a:t>
              </a:r>
              <a:r>
                <a:rPr lang="es-ES" sz="1000" kern="1200" dirty="0">
                  <a:latin typeface="Arial" panose="020B0604020202020204" pitchFamily="34" charset="0"/>
                  <a:cs typeface="Arial" panose="020B0604020202020204" pitchFamily="34" charset="0"/>
                </a:rPr>
                <a:t> (</a:t>
              </a:r>
              <a:r>
                <a:rPr lang="es-ES" sz="1000" kern="1200" dirty="0" err="1">
                  <a:latin typeface="Arial" panose="020B0604020202020204" pitchFamily="34" charset="0"/>
                  <a:cs typeface="Arial" panose="020B0604020202020204" pitchFamily="34" charset="0"/>
                </a:rPr>
                <a:t>Steps</a:t>
              </a:r>
              <a:r>
                <a:rPr lang="es-ES" sz="1000" kern="1200" dirty="0">
                  <a:latin typeface="Arial" panose="020B0604020202020204" pitchFamily="34" charset="0"/>
                  <a:cs typeface="Arial" panose="020B0604020202020204" pitchFamily="34" charset="0"/>
                </a:rPr>
                <a:t>)</a:t>
              </a:r>
            </a:p>
            <a:p>
              <a:pPr marL="117475" algn="l">
                <a:spcBef>
                  <a:spcPts val="75"/>
                </a:spcBef>
                <a:defRPr/>
              </a:pPr>
              <a:r>
                <a:rPr lang="es-ES" sz="1000" kern="1200" dirty="0">
                  <a:latin typeface="Arial" panose="020B0604020202020204" pitchFamily="34" charset="0"/>
                  <a:cs typeface="Arial" panose="020B0604020202020204" pitchFamily="34" charset="0"/>
                </a:rPr>
                <a:t>CASO DE ESTUDIO</a:t>
              </a:r>
            </a:p>
            <a:p>
              <a:pPr marL="117475" marR="0" lvl="0" indent="0" algn="l" defTabSz="914400" rtl="0" eaLnBrk="1" fontAlgn="auto" latinLnBrk="0" hangingPunct="1">
                <a:lnSpc>
                  <a:spcPct val="100000"/>
                </a:lnSpc>
                <a:spcBef>
                  <a:spcPts val="75"/>
                </a:spcBef>
                <a:spcAft>
                  <a:spcPts val="0"/>
                </a:spcAft>
                <a:buClrTx/>
                <a:buSzTx/>
                <a:buFontTx/>
                <a:buNone/>
                <a:tabLst/>
                <a:defRPr/>
              </a:pPr>
              <a:endParaRPr kumimoji="0" lang="es-ES" sz="108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Referencias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0" name="Picture 2" descr="El Ágora">
              <a:extLst>
                <a:ext uri="{FF2B5EF4-FFF2-40B4-BE49-F238E27FC236}">
                  <a16:creationId xmlns:a16="http://schemas.microsoft.com/office/drawing/2014/main" id="{5799400C-67F3-4961-8DBA-D50A9DADAF7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200" r="71615" b="38696"/>
            <a:stretch/>
          </p:blipFill>
          <p:spPr bwMode="auto">
            <a:xfrm>
              <a:off x="10588327" y="879000"/>
              <a:ext cx="1299169" cy="136905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44526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ángulo 2"/>
          <p:cNvSpPr>
            <a:spLocks noGrp="1" noChangeArrowheads="1"/>
          </p:cNvSpPr>
          <p:nvPr>
            <p:ph type="body" idx="1"/>
          </p:nvPr>
        </p:nvSpPr>
        <p:spPr>
          <a:xfrm>
            <a:off x="74391" y="0"/>
            <a:ext cx="10028254" cy="6858000"/>
          </a:xfrm>
        </p:spPr>
        <p:txBody>
          <a:bodyPr/>
          <a:lstStyle/>
          <a:p>
            <a:pPr marL="609600" indent="-609600" eaLnBrk="1" hangingPunct="1">
              <a:buClr>
                <a:schemeClr val="hlink"/>
              </a:buClr>
              <a:buNone/>
            </a:pPr>
            <a:r>
              <a:rPr lang="es-ES" sz="2400" b="1" dirty="0">
                <a:solidFill>
                  <a:srgbClr val="003399"/>
                </a:solidFill>
                <a:latin typeface="Arial Unicode MS" pitchFamily="34" charset="-128"/>
                <a:ea typeface="Arial Unicode MS" pitchFamily="34" charset="-128"/>
                <a:cs typeface="Arial Unicode MS" pitchFamily="34" charset="-128"/>
              </a:rPr>
              <a:t>Análisis Exploratorio de los Datos</a:t>
            </a:r>
            <a:endParaRPr lang="es-ES" sz="2000" b="1" dirty="0">
              <a:solidFill>
                <a:srgbClr val="003399"/>
              </a:solidFill>
              <a:latin typeface="Arial Unicode MS" pitchFamily="34" charset="-128"/>
              <a:ea typeface="Arial Unicode MS" pitchFamily="34" charset="-128"/>
              <a:cs typeface="Arial Unicode MS" pitchFamily="34" charset="-128"/>
            </a:endParaRPr>
          </a:p>
        </p:txBody>
      </p:sp>
      <p:graphicFrame>
        <p:nvGraphicFramePr>
          <p:cNvPr id="7" name="2 Tabla"/>
          <p:cNvGraphicFramePr>
            <a:graphicFrameLocks noGrp="1"/>
          </p:cNvGraphicFramePr>
          <p:nvPr>
            <p:extLst>
              <p:ext uri="{D42A27DB-BD31-4B8C-83A1-F6EECF244321}">
                <p14:modId xmlns:p14="http://schemas.microsoft.com/office/powerpoint/2010/main" val="3087789132"/>
              </p:ext>
            </p:extLst>
          </p:nvPr>
        </p:nvGraphicFramePr>
        <p:xfrm>
          <a:off x="607570" y="933257"/>
          <a:ext cx="9184841" cy="5036206"/>
        </p:xfrm>
        <a:graphic>
          <a:graphicData uri="http://schemas.openxmlformats.org/drawingml/2006/table">
            <a:tbl>
              <a:tblPr firstRow="1" bandRow="1">
                <a:tableStyleId>{F5AB1C69-6EDB-4FF4-983F-18BD219EF322}</a:tableStyleId>
              </a:tblPr>
              <a:tblGrid>
                <a:gridCol w="1908324">
                  <a:extLst>
                    <a:ext uri="{9D8B030D-6E8A-4147-A177-3AD203B41FA5}">
                      <a16:colId xmlns:a16="http://schemas.microsoft.com/office/drawing/2014/main" val="20000"/>
                    </a:ext>
                  </a:extLst>
                </a:gridCol>
                <a:gridCol w="7276517">
                  <a:extLst>
                    <a:ext uri="{9D8B030D-6E8A-4147-A177-3AD203B41FA5}">
                      <a16:colId xmlns:a16="http://schemas.microsoft.com/office/drawing/2014/main" val="20001"/>
                    </a:ext>
                  </a:extLst>
                </a:gridCol>
              </a:tblGrid>
              <a:tr h="648072">
                <a:tc>
                  <a:txBody>
                    <a:bodyPr/>
                    <a:lstStyle/>
                    <a:p>
                      <a:pPr algn="l"/>
                      <a:r>
                        <a:rPr lang="es-ES" sz="1600" b="1" i="0" dirty="0">
                          <a:solidFill>
                            <a:srgbClr val="003399"/>
                          </a:solidFill>
                          <a:latin typeface="Arial Unicode MS" pitchFamily="34" charset="-128"/>
                          <a:ea typeface="Arial Unicode MS" pitchFamily="34" charset="-128"/>
                          <a:cs typeface="Arial Unicode MS" pitchFamily="34" charset="-128"/>
                        </a:rPr>
                        <a:t>Caso de Estudio</a:t>
                      </a:r>
                      <a:endParaRPr lang="es-CO" sz="1600" b="1" i="0" dirty="0">
                        <a:solidFill>
                          <a:srgbClr val="003399"/>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s-ES" sz="1600" b="0" dirty="0">
                          <a:solidFill>
                            <a:schemeClr val="tx1"/>
                          </a:solidFill>
                          <a:latin typeface="Arial Unicode MS" pitchFamily="34" charset="-128"/>
                          <a:ea typeface="Arial Unicode MS" pitchFamily="34" charset="-128"/>
                          <a:cs typeface="Arial Unicode MS" pitchFamily="34" charset="-128"/>
                        </a:rPr>
                        <a:t>Clasificación de Solicitantes de Crédito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53871">
                <a:tc>
                  <a:txBody>
                    <a:bodyPr/>
                    <a:lstStyle/>
                    <a:p>
                      <a:pPr algn="l"/>
                      <a:r>
                        <a:rPr lang="es-ES" sz="1600" b="1" i="0" dirty="0">
                          <a:solidFill>
                            <a:srgbClr val="003399"/>
                          </a:solidFill>
                          <a:latin typeface="Arial Unicode MS" pitchFamily="34" charset="-128"/>
                          <a:ea typeface="Arial Unicode MS" pitchFamily="34" charset="-128"/>
                          <a:cs typeface="Arial Unicode MS" pitchFamily="34" charset="-128"/>
                        </a:rPr>
                        <a:t>Objetivos del Negocio</a:t>
                      </a:r>
                      <a:endParaRPr lang="es-CO" sz="1600" b="1" i="0" dirty="0">
                        <a:solidFill>
                          <a:srgbClr val="003399"/>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s-ES" sz="1600" b="0" kern="1200" baseline="0" dirty="0">
                          <a:solidFill>
                            <a:schemeClr val="tx1"/>
                          </a:solidFill>
                          <a:latin typeface="Arial Unicode MS" pitchFamily="34" charset="-128"/>
                          <a:ea typeface="Arial Unicode MS" pitchFamily="34" charset="-128"/>
                          <a:cs typeface="Arial Unicode MS" pitchFamily="34" charset="-128"/>
                        </a:rPr>
                        <a:t>Una FINTECH está interesada en mejorar la clasificación de sus solicitantes de crédito desde una etapa muy temprana del crédito como es la preaprobación.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72172">
                <a:tc>
                  <a:txBody>
                    <a:bodyPr/>
                    <a:lstStyle/>
                    <a:p>
                      <a:pPr algn="l"/>
                      <a:r>
                        <a:rPr lang="es-ES" sz="1600" b="1" i="0" dirty="0">
                          <a:solidFill>
                            <a:srgbClr val="003399"/>
                          </a:solidFill>
                          <a:latin typeface="Arial Unicode MS" pitchFamily="34" charset="-128"/>
                          <a:ea typeface="Arial Unicode MS" pitchFamily="34" charset="-128"/>
                          <a:cs typeface="Arial Unicode MS" pitchFamily="34" charset="-128"/>
                        </a:rPr>
                        <a:t>Abstracción</a:t>
                      </a:r>
                      <a:endParaRPr lang="es-CO" sz="1600" b="1" i="0" dirty="0">
                        <a:solidFill>
                          <a:srgbClr val="003399"/>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Wingdings" panose="05000000000000000000" pitchFamily="2" charset="2"/>
                        <a:buChar char="ü"/>
                      </a:pPr>
                      <a:r>
                        <a:rPr lang="es-ES" sz="1600" dirty="0">
                          <a:solidFill>
                            <a:schemeClr val="tx1"/>
                          </a:solidFill>
                          <a:latin typeface="Arial Unicode MS" pitchFamily="34" charset="-128"/>
                          <a:ea typeface="Arial Unicode MS" pitchFamily="34" charset="-128"/>
                          <a:cs typeface="Arial Unicode MS" pitchFamily="34" charset="-128"/>
                        </a:rPr>
                        <a:t>La variable preaprobación, es una variable bivariada que permite la clasificación del riesgo en la etapa de preaprobación de un crédito. </a:t>
                      </a:r>
                    </a:p>
                    <a:p>
                      <a:pPr marL="285750" indent="-285750" algn="just">
                        <a:buFont typeface="Wingdings" panose="05000000000000000000" pitchFamily="2" charset="2"/>
                        <a:buChar char="ü"/>
                      </a:pPr>
                      <a:r>
                        <a:rPr lang="es-ES" sz="1600" dirty="0">
                          <a:solidFill>
                            <a:schemeClr val="tx1"/>
                          </a:solidFill>
                          <a:latin typeface="Arial Unicode MS" pitchFamily="34" charset="-128"/>
                          <a:ea typeface="Arial Unicode MS" pitchFamily="34" charset="-128"/>
                          <a:cs typeface="Arial Unicode MS" pitchFamily="34" charset="-128"/>
                        </a:rPr>
                        <a:t>Esta variable bivariada, está caracterizada por la calidad de las variables socioeconómicas que describen a un solicitante de crédito. Entre estas variables se destacan: Edad, Ingresos, Egresos y Monto (EAD)</a:t>
                      </a:r>
                    </a:p>
                    <a:p>
                      <a:pPr marL="285750" indent="-285750" algn="just">
                        <a:buFont typeface="Wingdings" panose="05000000000000000000" pitchFamily="2" charset="2"/>
                        <a:buChar char="ü"/>
                      </a:pPr>
                      <a:r>
                        <a:rPr lang="es-ES" sz="1600" dirty="0">
                          <a:solidFill>
                            <a:schemeClr val="tx1"/>
                          </a:solidFill>
                          <a:latin typeface="Arial Unicode MS" pitchFamily="34" charset="-128"/>
                          <a:ea typeface="Arial Unicode MS" pitchFamily="34" charset="-128"/>
                          <a:cs typeface="Arial Unicode MS" pitchFamily="34" charset="-128"/>
                        </a:rPr>
                        <a:t>Para la caracterización de la </a:t>
                      </a:r>
                      <a:r>
                        <a:rPr lang="es-ES" sz="1600" i="1" dirty="0">
                          <a:solidFill>
                            <a:srgbClr val="003399"/>
                          </a:solidFill>
                          <a:latin typeface="Arial Unicode MS" pitchFamily="34" charset="-128"/>
                          <a:ea typeface="Arial Unicode MS" pitchFamily="34" charset="-128"/>
                          <a:cs typeface="Arial Unicode MS" pitchFamily="34" charset="-128"/>
                        </a:rPr>
                        <a:t>variable bivariada de preaprobación</a:t>
                      </a:r>
                      <a:r>
                        <a:rPr lang="es-ES" sz="1600" dirty="0">
                          <a:solidFill>
                            <a:schemeClr val="tx1"/>
                          </a:solidFill>
                          <a:latin typeface="Arial Unicode MS" pitchFamily="34" charset="-128"/>
                          <a:ea typeface="Arial Unicode MS" pitchFamily="34" charset="-128"/>
                          <a:cs typeface="Arial Unicode MS" pitchFamily="34" charset="-128"/>
                        </a:rPr>
                        <a:t> se utilizará como documento de referencia la normativa emitida por la </a:t>
                      </a:r>
                      <a:r>
                        <a:rPr lang="es-ES" sz="1600" dirty="0" err="1">
                          <a:solidFill>
                            <a:schemeClr val="tx1"/>
                          </a:solidFill>
                          <a:latin typeface="Arial Unicode MS" pitchFamily="34" charset="-128"/>
                          <a:ea typeface="Arial Unicode MS" pitchFamily="34" charset="-128"/>
                          <a:cs typeface="Arial Unicode MS" pitchFamily="34" charset="-128"/>
                        </a:rPr>
                        <a:t>SuperIntendencia</a:t>
                      </a:r>
                      <a:r>
                        <a:rPr lang="es-ES" sz="1600" dirty="0">
                          <a:solidFill>
                            <a:schemeClr val="tx1"/>
                          </a:solidFill>
                          <a:latin typeface="Arial Unicode MS" pitchFamily="34" charset="-128"/>
                          <a:ea typeface="Arial Unicode MS" pitchFamily="34" charset="-128"/>
                          <a:cs typeface="Arial Unicode MS" pitchFamily="34" charset="-128"/>
                        </a:rPr>
                        <a:t> Financiera frente al riesgo crédito (Circular Externa 016 de 2019).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9587">
                <a:tc>
                  <a:txBody>
                    <a:bodyPr/>
                    <a:lstStyle/>
                    <a:p>
                      <a:pPr algn="l"/>
                      <a:r>
                        <a:rPr lang="es-ES" sz="1600" b="1" i="0" dirty="0">
                          <a:solidFill>
                            <a:srgbClr val="003399"/>
                          </a:solidFill>
                          <a:latin typeface="Arial Unicode MS" pitchFamily="34" charset="-128"/>
                          <a:ea typeface="Arial Unicode MS" pitchFamily="34" charset="-128"/>
                          <a:cs typeface="Arial Unicode MS" pitchFamily="34" charset="-128"/>
                        </a:rPr>
                        <a:t>Técnica</a:t>
                      </a:r>
                      <a:r>
                        <a:rPr lang="es-ES" sz="1600" b="1" i="0" baseline="0" dirty="0">
                          <a:solidFill>
                            <a:srgbClr val="003399"/>
                          </a:solidFill>
                          <a:latin typeface="Arial Unicode MS" pitchFamily="34" charset="-128"/>
                          <a:ea typeface="Arial Unicode MS" pitchFamily="34" charset="-128"/>
                          <a:cs typeface="Arial Unicode MS" pitchFamily="34" charset="-128"/>
                        </a:rPr>
                        <a:t> a utilizar</a:t>
                      </a:r>
                      <a:endParaRPr lang="es-CO" sz="1600" b="1" i="0" dirty="0">
                        <a:solidFill>
                          <a:srgbClr val="003399"/>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Wingdings" panose="05000000000000000000" pitchFamily="2" charset="2"/>
                        <a:buChar char="ü"/>
                      </a:pPr>
                      <a:r>
                        <a:rPr lang="es-ES" sz="1600" i="1" baseline="0" dirty="0">
                          <a:solidFill>
                            <a:srgbClr val="003399"/>
                          </a:solidFill>
                          <a:latin typeface="Arial Unicode MS" pitchFamily="34" charset="-128"/>
                          <a:ea typeface="Arial Unicode MS" pitchFamily="34" charset="-128"/>
                          <a:cs typeface="Arial Unicode MS" pitchFamily="34" charset="-128"/>
                        </a:rPr>
                        <a:t>KNN y k-</a:t>
                      </a:r>
                      <a:r>
                        <a:rPr lang="es-ES" sz="1600" i="1" baseline="0" dirty="0" err="1">
                          <a:solidFill>
                            <a:srgbClr val="003399"/>
                          </a:solidFill>
                          <a:latin typeface="Arial Unicode MS" pitchFamily="34" charset="-128"/>
                          <a:ea typeface="Arial Unicode MS" pitchFamily="34" charset="-128"/>
                          <a:cs typeface="Arial Unicode MS" pitchFamily="34" charset="-128"/>
                        </a:rPr>
                        <a:t>means</a:t>
                      </a:r>
                      <a:endParaRPr lang="es-ES" sz="16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39587">
                <a:tc>
                  <a:txBody>
                    <a:bodyPr/>
                    <a:lstStyle/>
                    <a:p>
                      <a:pPr algn="l"/>
                      <a:r>
                        <a:rPr lang="es-CO" sz="1600" b="1" i="0" dirty="0">
                          <a:solidFill>
                            <a:srgbClr val="003399"/>
                          </a:solidFill>
                          <a:latin typeface="Arial Unicode MS" pitchFamily="34" charset="-128"/>
                          <a:ea typeface="Arial Unicode MS" pitchFamily="34" charset="-128"/>
                          <a:cs typeface="Arial Unicode MS" pitchFamily="34" charset="-128"/>
                        </a:rPr>
                        <a:t>Archivos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ES" sz="1600" b="1" baseline="0" dirty="0">
                          <a:solidFill>
                            <a:srgbClr val="003399"/>
                          </a:solidFill>
                          <a:latin typeface="Arial Unicode MS" pitchFamily="34" charset="-128"/>
                          <a:ea typeface="Arial Unicode MS" pitchFamily="34" charset="-128"/>
                          <a:cs typeface="Arial Unicode MS" pitchFamily="34" charset="-128"/>
                        </a:rPr>
                        <a:t>0. SolicitantesCrédito(USD).xlsx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1276763"/>
                  </a:ext>
                </a:extLst>
              </a:tr>
            </a:tbl>
          </a:graphicData>
        </a:graphic>
      </p:graphicFrame>
      <p:grpSp>
        <p:nvGrpSpPr>
          <p:cNvPr id="9" name="Grupo 8">
            <a:extLst>
              <a:ext uri="{FF2B5EF4-FFF2-40B4-BE49-F238E27FC236}">
                <a16:creationId xmlns:a16="http://schemas.microsoft.com/office/drawing/2014/main" id="{EECDA6C4-4724-486E-BF21-EA774B9FD896}"/>
              </a:ext>
            </a:extLst>
          </p:cNvPr>
          <p:cNvGrpSpPr/>
          <p:nvPr/>
        </p:nvGrpSpPr>
        <p:grpSpPr>
          <a:xfrm>
            <a:off x="10283825" y="0"/>
            <a:ext cx="2005711" cy="6858000"/>
            <a:chOff x="10283825" y="0"/>
            <a:chExt cx="2005711" cy="6858000"/>
          </a:xfrm>
        </p:grpSpPr>
        <p:sp>
          <p:nvSpPr>
            <p:cNvPr id="10" name="Cuadro de texto 9">
              <a:extLst>
                <a:ext uri="{FF2B5EF4-FFF2-40B4-BE49-F238E27FC236}">
                  <a16:creationId xmlns:a16="http://schemas.microsoft.com/office/drawing/2014/main" id="{20B39811-48E3-4893-96DB-113A679D0E54}"/>
                </a:ext>
              </a:extLst>
            </p:cNvPr>
            <p:cNvSpPr txBox="1">
              <a:spLocks noChangeArrowheads="1"/>
            </p:cNvSpPr>
            <p:nvPr/>
          </p:nvSpPr>
          <p:spPr bwMode="auto">
            <a:xfrm>
              <a:off x="10283825" y="0"/>
              <a:ext cx="2005711" cy="6858000"/>
            </a:xfrm>
            <a:prstGeom prst="rect">
              <a:avLst/>
            </a:prstGeom>
            <a:solidFill>
              <a:srgbClr val="4472C4">
                <a:lumMod val="50000"/>
              </a:srgbClr>
            </a:solidFill>
            <a:ln w="12700" cap="flat" cmpd="sng" algn="ctr">
              <a:noFill/>
              <a:prstDash val="solid"/>
              <a:miter lim="800000"/>
            </a:ln>
            <a:effectLst/>
          </p:spPr>
          <p:txBody>
            <a:bodyPr rtlCol="0" anchor="t"/>
            <a:lstStyle>
              <a:defPPr>
                <a:defRPr lang="en-US"/>
              </a:defPPr>
              <a:lvl1pPr marR="0" lvl="0" indent="0" algn="ctr" defTabSz="914400" fontAlgn="auto">
                <a:lnSpc>
                  <a:spcPct val="100000"/>
                </a:lnSpc>
                <a:spcBef>
                  <a:spcPts val="0"/>
                </a:spcBef>
                <a:spcAft>
                  <a:spcPts val="0"/>
                </a:spcAft>
                <a:buClrTx/>
                <a:buSzTx/>
                <a:buFontTx/>
                <a:buNone/>
                <a:tabLst/>
                <a:defRPr kumimoji="0" b="0" i="0" u="none" strike="noStrike" kern="0" cap="none" spc="0" normalizeH="0" baseline="0">
                  <a:ln>
                    <a:noFill/>
                  </a:ln>
                  <a:solidFill>
                    <a:prstClr val="white"/>
                  </a:solidFill>
                  <a:effectLst/>
                  <a:uLnTx/>
                  <a:uFillTx/>
                  <a:latin typeface="Calibri" panose="020F050202020403020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Métodos de </a:t>
              </a:r>
              <a:r>
                <a:rPr kumimoji="0" lang="es-ES" sz="1000" b="1" i="0" u="none" strike="noStrike" kern="1200" cap="none" spc="0" normalizeH="0" baseline="0" noProof="0" dirty="0" err="1">
                  <a:ln>
                    <a:noFill/>
                  </a:ln>
                  <a:solidFill>
                    <a:srgbClr val="FFFFFF"/>
                  </a:solidFill>
                  <a:effectLst/>
                  <a:uLnTx/>
                  <a:uFillTx/>
                  <a:latin typeface="Arial" charset="0"/>
                  <a:ea typeface="+mn-ea"/>
                  <a:cs typeface="Arial" charset="0"/>
                </a:rPr>
                <a:t>Clusterización</a:t>
              </a: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ctr"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0" marR="0" lvl="0" indent="0" algn="just"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srgbClr val="FFFFFF"/>
                  </a:solidFill>
                  <a:effectLst/>
                  <a:uLnTx/>
                  <a:uFillTx/>
                  <a:latin typeface="Arial" charset="0"/>
                  <a:ea typeface="+mn-ea"/>
                  <a:cs typeface="Arial" charset="0"/>
                </a:rPr>
                <a:t>Contenido</a:t>
              </a:r>
            </a:p>
            <a:p>
              <a:pPr marL="0" marR="0" lvl="0" indent="0" algn="just" defTabSz="914400" rtl="0" eaLnBrk="1" fontAlgn="auto" latinLnBrk="0" hangingPunct="1">
                <a:lnSpc>
                  <a:spcPct val="100000"/>
                </a:lnSpc>
                <a:spcBef>
                  <a:spcPts val="75"/>
                </a:spcBef>
                <a:spcAft>
                  <a:spcPts val="0"/>
                </a:spcAft>
                <a:buClrTx/>
                <a:buSzTx/>
                <a:buFontTx/>
                <a:buNone/>
                <a:tabLst/>
                <a:defRPr/>
              </a:pPr>
              <a:endParaRPr kumimoji="0" lang="es-ES" sz="1000" b="1" i="0" u="none" strike="noStrike" kern="1200" cap="none" spc="0" normalizeH="0" baseline="0" noProof="0" dirty="0">
                <a:ln>
                  <a:noFill/>
                </a:ln>
                <a:solidFill>
                  <a:srgbClr val="FFFFFF"/>
                </a:solidFill>
                <a:effectLst/>
                <a:uLnTx/>
                <a:uFillTx/>
                <a:latin typeface="Arial" charset="0"/>
                <a:ea typeface="+mn-ea"/>
                <a:cs typeface="Arial"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Métodos de </a:t>
              </a:r>
              <a:r>
                <a:rPr kumimoji="0" lang="es-ES" sz="1050" b="1"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5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marR="0" lvl="0" indent="0" algn="l" defTabSz="914400" rtl="0" eaLnBrk="1" fontAlgn="auto" latinLnBrk="0" hangingPunct="1">
                <a:lnSpc>
                  <a:spcPct val="100000"/>
                </a:lnSpc>
                <a:spcBef>
                  <a:spcPts val="75"/>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Estructura – Métodos de </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Clusterización</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KNN </a:t>
              </a:r>
            </a:p>
            <a:p>
              <a:pPr marL="117475" algn="l">
                <a:spcBef>
                  <a:spcPts val="75"/>
                </a:spcBef>
                <a:defRPr/>
              </a:pPr>
              <a:r>
                <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Método K-</a:t>
              </a:r>
              <a:r>
                <a:rPr kumimoji="0" lang="es-ES" sz="1000" b="0" i="0" u="none" strike="noStrike" kern="1200" cap="none" spc="0" normalizeH="0" baseline="0" noProof="0" dirty="0" err="1">
                  <a:ln>
                    <a:noFill/>
                  </a:ln>
                  <a:solidFill>
                    <a:prstClr val="white"/>
                  </a:solidFill>
                  <a:effectLst/>
                  <a:uLnTx/>
                  <a:uFillTx/>
                  <a:latin typeface="Arial" panose="020B0604020202020204" pitchFamily="34" charset="0"/>
                  <a:cs typeface="Arial" panose="020B0604020202020204" pitchFamily="34" charset="0"/>
                </a:rPr>
                <a:t>Means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117475" algn="l">
                <a:spcBef>
                  <a:spcPts val="75"/>
                </a:spcBef>
                <a:defRPr/>
              </a:pPr>
              <a:r>
                <a:rPr lang="es-ES" sz="1000" kern="1200" dirty="0">
                  <a:latin typeface="Arial" panose="020B0604020202020204" pitchFamily="34" charset="0"/>
                  <a:cs typeface="Arial" panose="020B0604020202020204" pitchFamily="34" charset="0"/>
                </a:rPr>
                <a:t>Método K-</a:t>
              </a:r>
              <a:r>
                <a:rPr lang="es-ES" sz="1000" kern="1200" dirty="0" err="1">
                  <a:latin typeface="Arial" panose="020B0604020202020204" pitchFamily="34" charset="0"/>
                  <a:cs typeface="Arial" panose="020B0604020202020204" pitchFamily="34" charset="0"/>
                </a:rPr>
                <a:t>Means</a:t>
              </a:r>
              <a:r>
                <a:rPr lang="es-ES" sz="1000" kern="1200" dirty="0">
                  <a:latin typeface="Arial" panose="020B0604020202020204" pitchFamily="34" charset="0"/>
                  <a:cs typeface="Arial" panose="020B0604020202020204" pitchFamily="34" charset="0"/>
                </a:rPr>
                <a:t> (</a:t>
              </a:r>
              <a:r>
                <a:rPr lang="es-ES" sz="1000" kern="1200" dirty="0" err="1">
                  <a:latin typeface="Arial" panose="020B0604020202020204" pitchFamily="34" charset="0"/>
                  <a:cs typeface="Arial" panose="020B0604020202020204" pitchFamily="34" charset="0"/>
                </a:rPr>
                <a:t>Steps</a:t>
              </a:r>
              <a:r>
                <a:rPr lang="es-ES" sz="1000" kern="1200" dirty="0">
                  <a:latin typeface="Arial" panose="020B0604020202020204" pitchFamily="34" charset="0"/>
                  <a:cs typeface="Arial" panose="020B0604020202020204" pitchFamily="34" charset="0"/>
                </a:rPr>
                <a:t>)</a:t>
              </a:r>
            </a:p>
            <a:p>
              <a:pPr marL="117475" algn="l">
                <a:spcBef>
                  <a:spcPts val="75"/>
                </a:spcBef>
                <a:defRPr/>
              </a:pPr>
              <a:r>
                <a:rPr lang="es-ES" sz="1000" kern="1200" dirty="0">
                  <a:latin typeface="Arial" panose="020B0604020202020204" pitchFamily="34" charset="0"/>
                  <a:cs typeface="Arial" panose="020B0604020202020204" pitchFamily="34" charset="0"/>
                </a:rPr>
                <a:t>CASO DE ESTUDIO</a:t>
              </a:r>
            </a:p>
            <a:p>
              <a:pPr marL="117475" marR="0" lvl="0" indent="0" algn="l" defTabSz="914400" rtl="0" eaLnBrk="1" fontAlgn="auto" latinLnBrk="0" hangingPunct="1">
                <a:lnSpc>
                  <a:spcPct val="100000"/>
                </a:lnSpc>
                <a:spcBef>
                  <a:spcPts val="75"/>
                </a:spcBef>
                <a:spcAft>
                  <a:spcPts val="0"/>
                </a:spcAft>
                <a:buClrTx/>
                <a:buSzTx/>
                <a:buFontTx/>
                <a:buNone/>
                <a:tabLst/>
                <a:defRPr/>
              </a:pPr>
              <a:endParaRPr kumimoji="0" lang="es-ES" sz="108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52388" marR="0" lvl="0" indent="0" algn="l" defTabSz="914400" rtl="0" eaLnBrk="1" fontAlgn="auto" latinLnBrk="0" hangingPunct="1">
                <a:lnSpc>
                  <a:spcPct val="100000"/>
                </a:lnSpc>
                <a:spcBef>
                  <a:spcPts val="75"/>
                </a:spcBef>
                <a:spcAft>
                  <a:spcPts val="0"/>
                </a:spcAft>
                <a:buClrTx/>
                <a:buSzTx/>
                <a:buFontTx/>
                <a:buNone/>
                <a:tabLst/>
                <a:defRPr/>
              </a:pPr>
              <a:r>
                <a:rPr kumimoji="0" lang="es-ES" sz="10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Referencias</a:t>
              </a:r>
              <a:endParaRPr kumimoji="0" lang="es-ES" sz="1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1" name="Picture 2" descr="El Ágora">
              <a:extLst>
                <a:ext uri="{FF2B5EF4-FFF2-40B4-BE49-F238E27FC236}">
                  <a16:creationId xmlns:a16="http://schemas.microsoft.com/office/drawing/2014/main" id="{8AE0A52B-4A2E-4766-9682-F02F3426F9D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200" r="71615" b="38696"/>
            <a:stretch/>
          </p:blipFill>
          <p:spPr bwMode="auto">
            <a:xfrm>
              <a:off x="10588327" y="879000"/>
              <a:ext cx="1299169" cy="136905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42413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CA21797-9183-4306-AB84-DE533F19971D}"/>
              </a:ext>
            </a:extLst>
          </p:cNvPr>
          <p:cNvSpPr/>
          <p:nvPr/>
        </p:nvSpPr>
        <p:spPr>
          <a:xfrm>
            <a:off x="6268825" y="4724400"/>
            <a:ext cx="5524107" cy="90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3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Muchas Gracias</a:t>
            </a:r>
            <a:endParaRPr kumimoji="0" lang="en-GB" sz="3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962105175"/>
      </p:ext>
    </p:extLst>
  </p:cSld>
  <p:clrMapOvr>
    <a:masterClrMapping/>
  </p:clrMapOvr>
</p:sld>
</file>

<file path=ppt/theme/theme1.xml><?xml version="1.0" encoding="utf-8"?>
<a:theme xmlns:a="http://schemas.openxmlformats.org/drawingml/2006/main" name="2_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2857</TotalTime>
  <Words>1210</Words>
  <Application>Microsoft Office PowerPoint</Application>
  <PresentationFormat>Panorámica</PresentationFormat>
  <Paragraphs>330</Paragraphs>
  <Slides>12</Slides>
  <Notes>10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12</vt:i4>
      </vt:variant>
    </vt:vector>
  </HeadingPairs>
  <TitlesOfParts>
    <vt:vector size="22" baseType="lpstr">
      <vt:lpstr>Arial</vt:lpstr>
      <vt:lpstr>Arial Black</vt:lpstr>
      <vt:lpstr>Arial BOLD</vt:lpstr>
      <vt:lpstr>Arial Unicode MS</vt:lpstr>
      <vt:lpstr>Calibri</vt:lpstr>
      <vt:lpstr>Calibri Light</vt:lpstr>
      <vt:lpstr>Cambria Math</vt:lpstr>
      <vt:lpstr>Helvetica Neue</vt:lpstr>
      <vt:lpstr>Wingdings</vt:lpstr>
      <vt:lpstr>2_Tema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Juan Alejandro Peña Palacio</dc:creator>
  <cp:lastModifiedBy>Yeison Andrés Orozco Zuluaga</cp:lastModifiedBy>
  <cp:revision>28</cp:revision>
  <dcterms:created xsi:type="dcterms:W3CDTF">2023-01-31T16:48:09Z</dcterms:created>
  <dcterms:modified xsi:type="dcterms:W3CDTF">2025-03-03T03:27:07Z</dcterms:modified>
</cp:coreProperties>
</file>