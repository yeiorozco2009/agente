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882" r:id="rId2"/>
    <p:sldId id="883" r:id="rId3"/>
    <p:sldId id="888" r:id="rId4"/>
    <p:sldId id="887" r:id="rId5"/>
    <p:sldId id="359" r:id="rId6"/>
    <p:sldId id="358" r:id="rId7"/>
    <p:sldId id="885" r:id="rId8"/>
    <p:sldId id="884" r:id="rId9"/>
    <p:sldId id="886" r:id="rId10"/>
    <p:sldId id="881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0032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2F3497-336C-4928-A6FB-CF80BCC96E3D}" v="2165" dt="2023-10-03T01:05:32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95" autoAdjust="0"/>
  </p:normalViewPr>
  <p:slideViewPr>
    <p:cSldViewPr snapToGrid="0">
      <p:cViewPr varScale="1">
        <p:scale>
          <a:sx n="77" d="100"/>
          <a:sy n="77" d="100"/>
        </p:scale>
        <p:origin x="5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Alejandro Peña Palacio" userId="9bc1ebb5-3bea-4794-be41-2d309de71ac8" providerId="ADAL" clId="{6EF1E93B-6945-4172-A54E-4EB227F74D10}"/>
    <pc:docChg chg="custSel addSld delSld modSld sldOrd delMainMaster">
      <pc:chgData name="Juan Alejandro Peña Palacio" userId="9bc1ebb5-3bea-4794-be41-2d309de71ac8" providerId="ADAL" clId="{6EF1E93B-6945-4172-A54E-4EB227F74D10}" dt="2023-02-21T12:03:39.762" v="947"/>
      <pc:docMkLst>
        <pc:docMk/>
      </pc:docMkLst>
      <pc:sldChg chg="addSp delSp modSp add mod delAnim modAnim">
        <pc:chgData name="Juan Alejandro Peña Palacio" userId="9bc1ebb5-3bea-4794-be41-2d309de71ac8" providerId="ADAL" clId="{6EF1E93B-6945-4172-A54E-4EB227F74D10}" dt="2023-02-21T12:03:39.762" v="947"/>
        <pc:sldMkLst>
          <pc:docMk/>
          <pc:sldMk cId="4154754362" sldId="320"/>
        </pc:sldMkLst>
        <pc:spChg chg="del mod topLvl">
          <ac:chgData name="Juan Alejandro Peña Palacio" userId="9bc1ebb5-3bea-4794-be41-2d309de71ac8" providerId="ADAL" clId="{6EF1E93B-6945-4172-A54E-4EB227F74D10}" dt="2023-02-20T22:56:25.853" v="882" actId="478"/>
          <ac:spMkLst>
            <pc:docMk/>
            <pc:sldMk cId="4154754362" sldId="320"/>
            <ac:spMk id="3" creationId="{08AC19AE-A350-C649-98E3-2A365E0E411B}"/>
          </ac:spMkLst>
        </pc:spChg>
        <pc:spChg chg="add del mod">
          <ac:chgData name="Juan Alejandro Peña Palacio" userId="9bc1ebb5-3bea-4794-be41-2d309de71ac8" providerId="ADAL" clId="{6EF1E93B-6945-4172-A54E-4EB227F74D10}" dt="2023-02-20T22:53:58.051" v="658" actId="478"/>
          <ac:spMkLst>
            <pc:docMk/>
            <pc:sldMk cId="4154754362" sldId="320"/>
            <ac:spMk id="5" creationId="{B89831B4-4879-155C-245D-43BB3EBC0EDE}"/>
          </ac:spMkLst>
        </pc:spChg>
        <pc:spChg chg="mod">
          <ac:chgData name="Juan Alejandro Peña Palacio" userId="9bc1ebb5-3bea-4794-be41-2d309de71ac8" providerId="ADAL" clId="{6EF1E93B-6945-4172-A54E-4EB227F74D10}" dt="2023-02-20T12:51:41.687" v="26"/>
          <ac:spMkLst>
            <pc:docMk/>
            <pc:sldMk cId="4154754362" sldId="320"/>
            <ac:spMk id="6" creationId="{48FA864B-C969-DC02-511E-2FF03A9E7B6F}"/>
          </ac:spMkLst>
        </pc:spChg>
        <pc:spChg chg="add mod">
          <ac:chgData name="Juan Alejandro Peña Palacio" userId="9bc1ebb5-3bea-4794-be41-2d309de71ac8" providerId="ADAL" clId="{6EF1E93B-6945-4172-A54E-4EB227F74D10}" dt="2023-02-20T22:54:00.599" v="659" actId="1076"/>
          <ac:spMkLst>
            <pc:docMk/>
            <pc:sldMk cId="4154754362" sldId="320"/>
            <ac:spMk id="6" creationId="{D5D1A15B-2EE8-0EB1-FE6F-EFAAD1C9BD13}"/>
          </ac:spMkLst>
        </pc:spChg>
        <pc:spChg chg="del">
          <ac:chgData name="Juan Alejandro Peña Palacio" userId="9bc1ebb5-3bea-4794-be41-2d309de71ac8" providerId="ADAL" clId="{6EF1E93B-6945-4172-A54E-4EB227F74D10}" dt="2023-02-20T12:49:53.958" v="9" actId="478"/>
          <ac:spMkLst>
            <pc:docMk/>
            <pc:sldMk cId="4154754362" sldId="320"/>
            <ac:spMk id="8" creationId="{00000000-0000-0000-0000-000000000000}"/>
          </ac:spMkLst>
        </pc:spChg>
        <pc:spChg chg="del mod">
          <ac:chgData name="Juan Alejandro Peña Palacio" userId="9bc1ebb5-3bea-4794-be41-2d309de71ac8" providerId="ADAL" clId="{6EF1E93B-6945-4172-A54E-4EB227F74D10}" dt="2023-02-20T12:57:08.271" v="57" actId="478"/>
          <ac:spMkLst>
            <pc:docMk/>
            <pc:sldMk cId="4154754362" sldId="320"/>
            <ac:spMk id="9" creationId="{00000000-0000-0000-0000-000000000000}"/>
          </ac:spMkLst>
        </pc:spChg>
        <pc:spChg chg="mod">
          <ac:chgData name="Juan Alejandro Peña Palacio" userId="9bc1ebb5-3bea-4794-be41-2d309de71ac8" providerId="ADAL" clId="{6EF1E93B-6945-4172-A54E-4EB227F74D10}" dt="2023-02-20T15:17:38.222" v="111"/>
          <ac:spMkLst>
            <pc:docMk/>
            <pc:sldMk cId="4154754362" sldId="320"/>
            <ac:spMk id="9" creationId="{D626347C-E6E8-1D93-B38C-ABFA9DCD23D1}"/>
          </ac:spMkLst>
        </pc:spChg>
        <pc:spChg chg="add del mod ord">
          <ac:chgData name="Juan Alejandro Peña Palacio" userId="9bc1ebb5-3bea-4794-be41-2d309de71ac8" providerId="ADAL" clId="{6EF1E93B-6945-4172-A54E-4EB227F74D10}" dt="2023-02-20T15:28:13.135" v="621" actId="478"/>
          <ac:spMkLst>
            <pc:docMk/>
            <pc:sldMk cId="4154754362" sldId="320"/>
            <ac:spMk id="10" creationId="{B9F1024D-BE8A-D868-35AD-03BB39081630}"/>
          </ac:spMkLst>
        </pc:spChg>
        <pc:spChg chg="add del mod">
          <ac:chgData name="Juan Alejandro Peña Palacio" userId="9bc1ebb5-3bea-4794-be41-2d309de71ac8" providerId="ADAL" clId="{6EF1E93B-6945-4172-A54E-4EB227F74D10}" dt="2023-02-20T22:53:51.584" v="657" actId="478"/>
          <ac:spMkLst>
            <pc:docMk/>
            <pc:sldMk cId="4154754362" sldId="320"/>
            <ac:spMk id="11" creationId="{562B3CE0-E8DF-8518-5C8E-715CC0DFDE3E}"/>
          </ac:spMkLst>
        </pc:spChg>
        <pc:spChg chg="mod">
          <ac:chgData name="Juan Alejandro Peña Palacio" userId="9bc1ebb5-3bea-4794-be41-2d309de71ac8" providerId="ADAL" clId="{6EF1E93B-6945-4172-A54E-4EB227F74D10}" dt="2023-02-20T12:51:41.687" v="26"/>
          <ac:spMkLst>
            <pc:docMk/>
            <pc:sldMk cId="4154754362" sldId="320"/>
            <ac:spMk id="11" creationId="{E54C01CE-F284-E74B-6347-FBEA8D38BB25}"/>
          </ac:spMkLst>
        </pc:spChg>
        <pc:spChg chg="mod">
          <ac:chgData name="Juan Alejandro Peña Palacio" userId="9bc1ebb5-3bea-4794-be41-2d309de71ac8" providerId="ADAL" clId="{6EF1E93B-6945-4172-A54E-4EB227F74D10}" dt="2023-02-20T15:27:05.938" v="605" actId="16959"/>
          <ac:spMkLst>
            <pc:docMk/>
            <pc:sldMk cId="4154754362" sldId="320"/>
            <ac:spMk id="13" creationId="{00000000-0000-0000-0000-000000000000}"/>
          </ac:spMkLst>
        </pc:spChg>
        <pc:spChg chg="mod">
          <ac:chgData name="Juan Alejandro Peña Palacio" userId="9bc1ebb5-3bea-4794-be41-2d309de71ac8" providerId="ADAL" clId="{6EF1E93B-6945-4172-A54E-4EB227F74D10}" dt="2023-02-20T22:56:48.732" v="888"/>
          <ac:spMkLst>
            <pc:docMk/>
            <pc:sldMk cId="4154754362" sldId="320"/>
            <ac:spMk id="15" creationId="{1DF0D973-4CC4-7A7B-8A87-3A5EEE0141BC}"/>
          </ac:spMkLst>
        </pc:spChg>
        <pc:spChg chg="mod">
          <ac:chgData name="Juan Alejandro Peña Palacio" userId="9bc1ebb5-3bea-4794-be41-2d309de71ac8" providerId="ADAL" clId="{6EF1E93B-6945-4172-A54E-4EB227F74D10}" dt="2023-02-20T15:28:47.658" v="636" actId="20577"/>
          <ac:spMkLst>
            <pc:docMk/>
            <pc:sldMk cId="4154754362" sldId="320"/>
            <ac:spMk id="3074" creationId="{00000000-0000-0000-0000-000000000000}"/>
          </ac:spMkLst>
        </pc:spChg>
        <pc:grpChg chg="add del mod">
          <ac:chgData name="Juan Alejandro Peña Palacio" userId="9bc1ebb5-3bea-4794-be41-2d309de71ac8" providerId="ADAL" clId="{6EF1E93B-6945-4172-A54E-4EB227F74D10}" dt="2023-02-20T22:56:25.853" v="882" actId="478"/>
          <ac:grpSpMkLst>
            <pc:docMk/>
            <pc:sldMk cId="4154754362" sldId="320"/>
            <ac:grpSpMk id="2" creationId="{63462CB3-AF64-C4FA-5C32-228E34F2DA48}"/>
          </ac:grpSpMkLst>
        </pc:grpChg>
        <pc:grpChg chg="add del mod">
          <ac:chgData name="Juan Alejandro Peña Palacio" userId="9bc1ebb5-3bea-4794-be41-2d309de71ac8" providerId="ADAL" clId="{6EF1E93B-6945-4172-A54E-4EB227F74D10}" dt="2023-02-20T12:51:43.835" v="27"/>
          <ac:grpSpMkLst>
            <pc:docMk/>
            <pc:sldMk cId="4154754362" sldId="320"/>
            <ac:grpSpMk id="5" creationId="{4DBEE917-36E0-2483-1003-C4C2CE82A3C8}"/>
          </ac:grpSpMkLst>
        </pc:grpChg>
        <pc:grpChg chg="mod">
          <ac:chgData name="Juan Alejandro Peña Palacio" userId="9bc1ebb5-3bea-4794-be41-2d309de71ac8" providerId="ADAL" clId="{6EF1E93B-6945-4172-A54E-4EB227F74D10}" dt="2023-02-20T12:51:41.687" v="26"/>
          <ac:grpSpMkLst>
            <pc:docMk/>
            <pc:sldMk cId="4154754362" sldId="320"/>
            <ac:grpSpMk id="7" creationId="{36F6B506-2D6C-58A2-242B-6991AEAF207E}"/>
          </ac:grpSpMkLst>
        </pc:grpChg>
        <pc:grpChg chg="add del mod">
          <ac:chgData name="Juan Alejandro Peña Palacio" userId="9bc1ebb5-3bea-4794-be41-2d309de71ac8" providerId="ADAL" clId="{6EF1E93B-6945-4172-A54E-4EB227F74D10}" dt="2023-02-20T15:17:54.728" v="115" actId="21"/>
          <ac:grpSpMkLst>
            <pc:docMk/>
            <pc:sldMk cId="4154754362" sldId="320"/>
            <ac:grpSpMk id="7" creationId="{AA47D57C-55E8-30BA-A70E-EA930DAC2353}"/>
          </ac:grpSpMkLst>
        </pc:grpChg>
        <pc:grpChg chg="add mod">
          <ac:chgData name="Juan Alejandro Peña Palacio" userId="9bc1ebb5-3bea-4794-be41-2d309de71ac8" providerId="ADAL" clId="{6EF1E93B-6945-4172-A54E-4EB227F74D10}" dt="2023-02-20T22:56:48.732" v="888"/>
          <ac:grpSpMkLst>
            <pc:docMk/>
            <pc:sldMk cId="4154754362" sldId="320"/>
            <ac:grpSpMk id="14" creationId="{F9508AE0-CCC5-44E1-5672-332E9EC4B2AA}"/>
          </ac:grpSpMkLst>
        </pc:grpChg>
        <pc:grpChg chg="del">
          <ac:chgData name="Juan Alejandro Peña Palacio" userId="9bc1ebb5-3bea-4794-be41-2d309de71ac8" providerId="ADAL" clId="{6EF1E93B-6945-4172-A54E-4EB227F74D10}" dt="2023-02-20T12:50:01.916" v="11" actId="478"/>
          <ac:grpSpMkLst>
            <pc:docMk/>
            <pc:sldMk cId="4154754362" sldId="320"/>
            <ac:grpSpMk id="16" creationId="{00000000-0000-0000-0000-000000000000}"/>
          </ac:grpSpMkLst>
        </pc:grpChg>
        <pc:picChg chg="del mod topLvl">
          <ac:chgData name="Juan Alejandro Peña Palacio" userId="9bc1ebb5-3bea-4794-be41-2d309de71ac8" providerId="ADAL" clId="{6EF1E93B-6945-4172-A54E-4EB227F74D10}" dt="2023-02-20T22:56:27.406" v="884" actId="478"/>
          <ac:picMkLst>
            <pc:docMk/>
            <pc:sldMk cId="4154754362" sldId="320"/>
            <ac:picMk id="4" creationId="{3EA6302C-66F6-95FE-6F57-00AEEA8B445A}"/>
          </ac:picMkLst>
        </pc:picChg>
        <pc:picChg chg="mod">
          <ac:chgData name="Juan Alejandro Peña Palacio" userId="9bc1ebb5-3bea-4794-be41-2d309de71ac8" providerId="ADAL" clId="{6EF1E93B-6945-4172-A54E-4EB227F74D10}" dt="2023-02-20T15:17:38.222" v="111"/>
          <ac:picMkLst>
            <pc:docMk/>
            <pc:sldMk cId="4154754362" sldId="320"/>
            <ac:picMk id="8" creationId="{B2A5D006-415D-0889-CAB7-A43E1E62420C}"/>
          </ac:picMkLst>
        </pc:picChg>
        <pc:picChg chg="mod">
          <ac:chgData name="Juan Alejandro Peña Palacio" userId="9bc1ebb5-3bea-4794-be41-2d309de71ac8" providerId="ADAL" clId="{6EF1E93B-6945-4172-A54E-4EB227F74D10}" dt="2023-02-20T12:51:41.687" v="26"/>
          <ac:picMkLst>
            <pc:docMk/>
            <pc:sldMk cId="4154754362" sldId="320"/>
            <ac:picMk id="10" creationId="{839E4360-12F1-7E57-DEC8-27CAE805DBB7}"/>
          </ac:picMkLst>
        </pc:picChg>
        <pc:picChg chg="add del mod">
          <ac:chgData name="Juan Alejandro Peña Palacio" userId="9bc1ebb5-3bea-4794-be41-2d309de71ac8" providerId="ADAL" clId="{6EF1E93B-6945-4172-A54E-4EB227F74D10}" dt="2023-02-20T12:57:09.702" v="58" actId="478"/>
          <ac:picMkLst>
            <pc:docMk/>
            <pc:sldMk cId="4154754362" sldId="320"/>
            <ac:picMk id="12" creationId="{36EAC34C-34E1-665C-5A64-6E4053FD7913}"/>
          </ac:picMkLst>
        </pc:picChg>
        <pc:picChg chg="add mod">
          <ac:chgData name="Juan Alejandro Peña Palacio" userId="9bc1ebb5-3bea-4794-be41-2d309de71ac8" providerId="ADAL" clId="{6EF1E93B-6945-4172-A54E-4EB227F74D10}" dt="2023-02-20T22:54:16.403" v="663" actId="14100"/>
          <ac:picMkLst>
            <pc:docMk/>
            <pc:sldMk cId="4154754362" sldId="320"/>
            <ac:picMk id="12" creationId="{97318846-AF02-9F84-F0F1-229616B4FA97}"/>
          </ac:picMkLst>
        </pc:picChg>
        <pc:picChg chg="mod">
          <ac:chgData name="Juan Alejandro Peña Palacio" userId="9bc1ebb5-3bea-4794-be41-2d309de71ac8" providerId="ADAL" clId="{6EF1E93B-6945-4172-A54E-4EB227F74D10}" dt="2023-02-20T22:56:48.732" v="888"/>
          <ac:picMkLst>
            <pc:docMk/>
            <pc:sldMk cId="4154754362" sldId="320"/>
            <ac:picMk id="16" creationId="{12B2F840-E2EA-F08E-47E8-626664165256}"/>
          </ac:picMkLst>
        </pc:picChg>
      </pc:sldChg>
      <pc:sldChg chg="del">
        <pc:chgData name="Juan Alejandro Peña Palacio" userId="9bc1ebb5-3bea-4794-be41-2d309de71ac8" providerId="ADAL" clId="{6EF1E93B-6945-4172-A54E-4EB227F74D10}" dt="2023-02-20T12:49:02.557" v="2" actId="47"/>
        <pc:sldMkLst>
          <pc:docMk/>
          <pc:sldMk cId="2197136849" sldId="382"/>
        </pc:sldMkLst>
      </pc:sldChg>
      <pc:sldChg chg="addSp delSp modSp add mod ord delAnim modAnim">
        <pc:chgData name="Juan Alejandro Peña Palacio" userId="9bc1ebb5-3bea-4794-be41-2d309de71ac8" providerId="ADAL" clId="{6EF1E93B-6945-4172-A54E-4EB227F74D10}" dt="2023-02-21T12:00:39.614" v="946" actId="20577"/>
        <pc:sldMkLst>
          <pc:docMk/>
          <pc:sldMk cId="594041004" sldId="411"/>
        </pc:sldMkLst>
        <pc:spChg chg="del mod topLvl">
          <ac:chgData name="Juan Alejandro Peña Palacio" userId="9bc1ebb5-3bea-4794-be41-2d309de71ac8" providerId="ADAL" clId="{6EF1E93B-6945-4172-A54E-4EB227F74D10}" dt="2023-02-20T15:17:30.537" v="108" actId="21"/>
          <ac:spMkLst>
            <pc:docMk/>
            <pc:sldMk cId="594041004" sldId="411"/>
            <ac:spMk id="2" creationId="{00000000-0000-0000-0000-000000000000}"/>
          </ac:spMkLst>
        </pc:spChg>
        <pc:spChg chg="mod">
          <ac:chgData name="Juan Alejandro Peña Palacio" userId="9bc1ebb5-3bea-4794-be41-2d309de71ac8" providerId="ADAL" clId="{6EF1E93B-6945-4172-A54E-4EB227F74D10}" dt="2023-02-20T12:56:49.917" v="54" actId="1076"/>
          <ac:spMkLst>
            <pc:docMk/>
            <pc:sldMk cId="594041004" sldId="411"/>
            <ac:spMk id="3" creationId="{00000000-0000-0000-0000-000000000000}"/>
          </ac:spMkLst>
        </pc:spChg>
        <pc:spChg chg="add del mod">
          <ac:chgData name="Juan Alejandro Peña Palacio" userId="9bc1ebb5-3bea-4794-be41-2d309de71ac8" providerId="ADAL" clId="{6EF1E93B-6945-4172-A54E-4EB227F74D10}" dt="2023-02-20T15:17:30.537" v="108" actId="21"/>
          <ac:spMkLst>
            <pc:docMk/>
            <pc:sldMk cId="594041004" sldId="411"/>
            <ac:spMk id="6" creationId="{09B62698-A2A7-9D35-B23D-6F57F6616FC7}"/>
          </ac:spMkLst>
        </pc:spChg>
        <pc:spChg chg="mod">
          <ac:chgData name="Juan Alejandro Peña Palacio" userId="9bc1ebb5-3bea-4794-be41-2d309de71ac8" providerId="ADAL" clId="{6EF1E93B-6945-4172-A54E-4EB227F74D10}" dt="2023-02-20T22:56:13.350" v="881" actId="20577"/>
          <ac:spMkLst>
            <pc:docMk/>
            <pc:sldMk cId="594041004" sldId="411"/>
            <ac:spMk id="8" creationId="{DF1B19B6-EC6B-CA34-FA01-AC9F64BFED9D}"/>
          </ac:spMkLst>
        </pc:spChg>
        <pc:spChg chg="del">
          <ac:chgData name="Juan Alejandro Peña Palacio" userId="9bc1ebb5-3bea-4794-be41-2d309de71ac8" providerId="ADAL" clId="{6EF1E93B-6945-4172-A54E-4EB227F74D10}" dt="2023-02-20T15:17:44.056" v="112" actId="21"/>
          <ac:spMkLst>
            <pc:docMk/>
            <pc:sldMk cId="594041004" sldId="411"/>
            <ac:spMk id="11" creationId="{00000000-0000-0000-0000-000000000000}"/>
          </ac:spMkLst>
        </pc:spChg>
        <pc:spChg chg="mod">
          <ac:chgData name="Juan Alejandro Peña Palacio" userId="9bc1ebb5-3bea-4794-be41-2d309de71ac8" providerId="ADAL" clId="{6EF1E93B-6945-4172-A54E-4EB227F74D10}" dt="2023-02-20T15:18:50.961" v="151" actId="1076"/>
          <ac:spMkLst>
            <pc:docMk/>
            <pc:sldMk cId="594041004" sldId="411"/>
            <ac:spMk id="12" creationId="{B3BB3D3F-FFF3-71AA-7282-53E069A99928}"/>
          </ac:spMkLst>
        </pc:spChg>
        <pc:spChg chg="mod">
          <ac:chgData name="Juan Alejandro Peña Palacio" userId="9bc1ebb5-3bea-4794-be41-2d309de71ac8" providerId="ADAL" clId="{6EF1E93B-6945-4172-A54E-4EB227F74D10}" dt="2023-02-20T22:53:30.204" v="655" actId="20577"/>
          <ac:spMkLst>
            <pc:docMk/>
            <pc:sldMk cId="594041004" sldId="411"/>
            <ac:spMk id="3074" creationId="{00000000-0000-0000-0000-000000000000}"/>
          </ac:spMkLst>
        </pc:spChg>
        <pc:spChg chg="mod">
          <ac:chgData name="Juan Alejandro Peña Palacio" userId="9bc1ebb5-3bea-4794-be41-2d309de71ac8" providerId="ADAL" clId="{6EF1E93B-6945-4172-A54E-4EB227F74D10}" dt="2023-02-21T12:00:39.614" v="946" actId="20577"/>
          <ac:spMkLst>
            <pc:docMk/>
            <pc:sldMk cId="594041004" sldId="411"/>
            <ac:spMk id="4100" creationId="{00000000-0000-0000-0000-000000000000}"/>
          </ac:spMkLst>
        </pc:spChg>
        <pc:grpChg chg="del mod topLvl">
          <ac:chgData name="Juan Alejandro Peña Palacio" userId="9bc1ebb5-3bea-4794-be41-2d309de71ac8" providerId="ADAL" clId="{6EF1E93B-6945-4172-A54E-4EB227F74D10}" dt="2023-02-20T15:17:35.143" v="110" actId="21"/>
          <ac:grpSpMkLst>
            <pc:docMk/>
            <pc:sldMk cId="594041004" sldId="411"/>
            <ac:grpSpMk id="4" creationId="{00000000-0000-0000-0000-000000000000}"/>
          </ac:grpSpMkLst>
        </pc:grpChg>
        <pc:grpChg chg="del mod">
          <ac:chgData name="Juan Alejandro Peña Palacio" userId="9bc1ebb5-3bea-4794-be41-2d309de71ac8" providerId="ADAL" clId="{6EF1E93B-6945-4172-A54E-4EB227F74D10}" dt="2023-02-20T12:53:00.894" v="41" actId="165"/>
          <ac:grpSpMkLst>
            <pc:docMk/>
            <pc:sldMk cId="594041004" sldId="411"/>
            <ac:grpSpMk id="5" creationId="{00000000-0000-0000-0000-000000000000}"/>
          </ac:grpSpMkLst>
        </pc:grpChg>
        <pc:grpChg chg="add mod">
          <ac:chgData name="Juan Alejandro Peña Palacio" userId="9bc1ebb5-3bea-4794-be41-2d309de71ac8" providerId="ADAL" clId="{6EF1E93B-6945-4172-A54E-4EB227F74D10}" dt="2023-02-20T15:17:59.740" v="117" actId="1076"/>
          <ac:grpSpMkLst>
            <pc:docMk/>
            <pc:sldMk cId="594041004" sldId="411"/>
            <ac:grpSpMk id="5" creationId="{1A8C0AD3-D016-9104-339D-1911E64D888E}"/>
          </ac:grpSpMkLst>
        </pc:grpChg>
        <pc:grpChg chg="add del mod">
          <ac:chgData name="Juan Alejandro Peña Palacio" userId="9bc1ebb5-3bea-4794-be41-2d309de71ac8" providerId="ADAL" clId="{6EF1E93B-6945-4172-A54E-4EB227F74D10}" dt="2023-02-20T22:56:45.360" v="887" actId="478"/>
          <ac:grpSpMkLst>
            <pc:docMk/>
            <pc:sldMk cId="594041004" sldId="411"/>
            <ac:grpSpMk id="7" creationId="{237D6C7B-34A1-1E04-7D0D-DF4FCEB5B199}"/>
          </ac:grpSpMkLst>
        </pc:grpChg>
        <pc:grpChg chg="del">
          <ac:chgData name="Juan Alejandro Peña Palacio" userId="9bc1ebb5-3bea-4794-be41-2d309de71ac8" providerId="ADAL" clId="{6EF1E93B-6945-4172-A54E-4EB227F74D10}" dt="2023-02-20T12:57:22.757" v="60" actId="478"/>
          <ac:grpSpMkLst>
            <pc:docMk/>
            <pc:sldMk cId="594041004" sldId="411"/>
            <ac:grpSpMk id="15" creationId="{00000000-0000-0000-0000-000000000000}"/>
          </ac:grpSpMkLst>
        </pc:grpChg>
        <pc:picChg chg="mod">
          <ac:chgData name="Juan Alejandro Peña Palacio" userId="9bc1ebb5-3bea-4794-be41-2d309de71ac8" providerId="ADAL" clId="{6EF1E93B-6945-4172-A54E-4EB227F74D10}" dt="2023-02-20T12:57:23.816" v="61"/>
          <ac:picMkLst>
            <pc:docMk/>
            <pc:sldMk cId="594041004" sldId="411"/>
            <ac:picMk id="9" creationId="{7DBFD1E6-1758-FA13-54CF-062F11639E58}"/>
          </ac:picMkLst>
        </pc:picChg>
        <pc:picChg chg="mod">
          <ac:chgData name="Juan Alejandro Peña Palacio" userId="9bc1ebb5-3bea-4794-be41-2d309de71ac8" providerId="ADAL" clId="{6EF1E93B-6945-4172-A54E-4EB227F74D10}" dt="2023-02-20T15:18:47.321" v="150" actId="14100"/>
          <ac:picMkLst>
            <pc:docMk/>
            <pc:sldMk cId="594041004" sldId="411"/>
            <ac:picMk id="10" creationId="{FC7B5956-6705-DDFB-631F-06E30E295C58}"/>
          </ac:picMkLst>
        </pc:picChg>
        <pc:picChg chg="mod">
          <ac:chgData name="Juan Alejandro Peña Palacio" userId="9bc1ebb5-3bea-4794-be41-2d309de71ac8" providerId="ADAL" clId="{6EF1E93B-6945-4172-A54E-4EB227F74D10}" dt="2023-02-20T12:56:49.917" v="54" actId="1076"/>
          <ac:picMkLst>
            <pc:docMk/>
            <pc:sldMk cId="594041004" sldId="411"/>
            <ac:picMk id="1026" creationId="{00000000-0000-0000-0000-000000000000}"/>
          </ac:picMkLst>
        </pc:picChg>
      </pc:sldChg>
      <pc:sldChg chg="del">
        <pc:chgData name="Juan Alejandro Peña Palacio" userId="9bc1ebb5-3bea-4794-be41-2d309de71ac8" providerId="ADAL" clId="{6EF1E93B-6945-4172-A54E-4EB227F74D10}" dt="2023-02-20T12:57:12.377" v="59" actId="47"/>
        <pc:sldMkLst>
          <pc:docMk/>
          <pc:sldMk cId="4120075182" sldId="843"/>
        </pc:sldMkLst>
      </pc:sldChg>
      <pc:sldChg chg="del">
        <pc:chgData name="Juan Alejandro Peña Palacio" userId="9bc1ebb5-3bea-4794-be41-2d309de71ac8" providerId="ADAL" clId="{6EF1E93B-6945-4172-A54E-4EB227F74D10}" dt="2023-02-20T12:49:05.928" v="3" actId="47"/>
        <pc:sldMkLst>
          <pc:docMk/>
          <pc:sldMk cId="1802566827" sldId="880"/>
        </pc:sldMkLst>
      </pc:sldChg>
      <pc:sldChg chg="modSp mod">
        <pc:chgData name="Juan Alejandro Peña Palacio" userId="9bc1ebb5-3bea-4794-be41-2d309de71ac8" providerId="ADAL" clId="{6EF1E93B-6945-4172-A54E-4EB227F74D10}" dt="2023-02-21T11:56:18.179" v="945" actId="20577"/>
        <pc:sldMkLst>
          <pc:docMk/>
          <pc:sldMk cId="509293575" sldId="882"/>
        </pc:sldMkLst>
        <pc:spChg chg="mod">
          <ac:chgData name="Juan Alejandro Peña Palacio" userId="9bc1ebb5-3bea-4794-be41-2d309de71ac8" providerId="ADAL" clId="{6EF1E93B-6945-4172-A54E-4EB227F74D10}" dt="2023-02-21T11:56:18.179" v="945" actId="20577"/>
          <ac:spMkLst>
            <pc:docMk/>
            <pc:sldMk cId="509293575" sldId="882"/>
            <ac:spMk id="15" creationId="{79DC4192-C8E0-4E1C-A7A2-C022F794C202}"/>
          </ac:spMkLst>
        </pc:spChg>
      </pc:sldChg>
      <pc:sldChg chg="delSp modSp add del mod delAnim">
        <pc:chgData name="Juan Alejandro Peña Palacio" userId="9bc1ebb5-3bea-4794-be41-2d309de71ac8" providerId="ADAL" clId="{6EF1E93B-6945-4172-A54E-4EB227F74D10}" dt="2023-02-20T15:28:38.083" v="625" actId="47"/>
        <pc:sldMkLst>
          <pc:docMk/>
          <pc:sldMk cId="625516152" sldId="883"/>
        </pc:sldMkLst>
        <pc:spChg chg="del">
          <ac:chgData name="Juan Alejandro Peña Palacio" userId="9bc1ebb5-3bea-4794-be41-2d309de71ac8" providerId="ADAL" clId="{6EF1E93B-6945-4172-A54E-4EB227F74D10}" dt="2023-02-20T15:27:25.513" v="608" actId="478"/>
          <ac:spMkLst>
            <pc:docMk/>
            <pc:sldMk cId="625516152" sldId="883"/>
            <ac:spMk id="5" creationId="{B89831B4-4879-155C-245D-43BB3EBC0EDE}"/>
          </ac:spMkLst>
        </pc:spChg>
        <pc:spChg chg="del">
          <ac:chgData name="Juan Alejandro Peña Palacio" userId="9bc1ebb5-3bea-4794-be41-2d309de71ac8" providerId="ADAL" clId="{6EF1E93B-6945-4172-A54E-4EB227F74D10}" dt="2023-02-20T15:27:26.844" v="609" actId="478"/>
          <ac:spMkLst>
            <pc:docMk/>
            <pc:sldMk cId="625516152" sldId="883"/>
            <ac:spMk id="6" creationId="{D5D1A15B-2EE8-0EB1-FE6F-EFAAD1C9BD13}"/>
          </ac:spMkLst>
        </pc:spChg>
        <pc:spChg chg="del mod">
          <ac:chgData name="Juan Alejandro Peña Palacio" userId="9bc1ebb5-3bea-4794-be41-2d309de71ac8" providerId="ADAL" clId="{6EF1E93B-6945-4172-A54E-4EB227F74D10}" dt="2023-02-20T15:28:15.954" v="622" actId="21"/>
          <ac:spMkLst>
            <pc:docMk/>
            <pc:sldMk cId="625516152" sldId="883"/>
            <ac:spMk id="10" creationId="{B9F1024D-BE8A-D868-35AD-03BB39081630}"/>
          </ac:spMkLst>
        </pc:spChg>
        <pc:spChg chg="del mod">
          <ac:chgData name="Juan Alejandro Peña Palacio" userId="9bc1ebb5-3bea-4794-be41-2d309de71ac8" providerId="ADAL" clId="{6EF1E93B-6945-4172-A54E-4EB227F74D10}" dt="2023-02-20T15:27:29.858" v="610" actId="478"/>
          <ac:spMkLst>
            <pc:docMk/>
            <pc:sldMk cId="625516152" sldId="883"/>
            <ac:spMk id="13" creationId="{00000000-0000-0000-0000-000000000000}"/>
          </ac:spMkLst>
        </pc:spChg>
      </pc:sldChg>
      <pc:sldChg chg="addSp delSp modSp add mod delAnim">
        <pc:chgData name="Juan Alejandro Peña Palacio" userId="9bc1ebb5-3bea-4794-be41-2d309de71ac8" providerId="ADAL" clId="{6EF1E93B-6945-4172-A54E-4EB227F74D10}" dt="2023-02-20T22:56:50.882" v="889"/>
        <pc:sldMkLst>
          <pc:docMk/>
          <pc:sldMk cId="3543966294" sldId="883"/>
        </pc:sldMkLst>
        <pc:spChg chg="del">
          <ac:chgData name="Juan Alejandro Peña Palacio" userId="9bc1ebb5-3bea-4794-be41-2d309de71ac8" providerId="ADAL" clId="{6EF1E93B-6945-4172-A54E-4EB227F74D10}" dt="2023-02-20T22:54:29.698" v="665" actId="478"/>
          <ac:spMkLst>
            <pc:docMk/>
            <pc:sldMk cId="3543966294" sldId="883"/>
            <ac:spMk id="6" creationId="{D5D1A15B-2EE8-0EB1-FE6F-EFAAD1C9BD13}"/>
          </ac:spMkLst>
        </pc:spChg>
        <pc:spChg chg="mod">
          <ac:chgData name="Juan Alejandro Peña Palacio" userId="9bc1ebb5-3bea-4794-be41-2d309de71ac8" providerId="ADAL" clId="{6EF1E93B-6945-4172-A54E-4EB227F74D10}" dt="2023-02-20T22:56:50.882" v="889"/>
          <ac:spMkLst>
            <pc:docMk/>
            <pc:sldMk cId="3543966294" sldId="883"/>
            <ac:spMk id="9" creationId="{5CD43C98-D11E-9CCF-A8FC-19B25B11F50D}"/>
          </ac:spMkLst>
        </pc:spChg>
        <pc:spChg chg="del">
          <ac:chgData name="Juan Alejandro Peña Palacio" userId="9bc1ebb5-3bea-4794-be41-2d309de71ac8" providerId="ADAL" clId="{6EF1E93B-6945-4172-A54E-4EB227F74D10}" dt="2023-02-20T22:54:23.117" v="664" actId="478"/>
          <ac:spMkLst>
            <pc:docMk/>
            <pc:sldMk cId="3543966294" sldId="883"/>
            <ac:spMk id="13" creationId="{00000000-0000-0000-0000-000000000000}"/>
          </ac:spMkLst>
        </pc:spChg>
        <pc:grpChg chg="del">
          <ac:chgData name="Juan Alejandro Peña Palacio" userId="9bc1ebb5-3bea-4794-be41-2d309de71ac8" providerId="ADAL" clId="{6EF1E93B-6945-4172-A54E-4EB227F74D10}" dt="2023-02-20T22:56:34.447" v="885" actId="478"/>
          <ac:grpSpMkLst>
            <pc:docMk/>
            <pc:sldMk cId="3543966294" sldId="883"/>
            <ac:grpSpMk id="2" creationId="{63462CB3-AF64-C4FA-5C32-228E34F2DA48}"/>
          </ac:grpSpMkLst>
        </pc:grpChg>
        <pc:grpChg chg="add mod">
          <ac:chgData name="Juan Alejandro Peña Palacio" userId="9bc1ebb5-3bea-4794-be41-2d309de71ac8" providerId="ADAL" clId="{6EF1E93B-6945-4172-A54E-4EB227F74D10}" dt="2023-02-20T22:56:50.882" v="889"/>
          <ac:grpSpMkLst>
            <pc:docMk/>
            <pc:sldMk cId="3543966294" sldId="883"/>
            <ac:grpSpMk id="8" creationId="{2E6FBE57-BCB8-F7EF-1D8D-48B4966596E0}"/>
          </ac:grpSpMkLst>
        </pc:grpChg>
        <pc:picChg chg="add mod">
          <ac:chgData name="Juan Alejandro Peña Palacio" userId="9bc1ebb5-3bea-4794-be41-2d309de71ac8" providerId="ADAL" clId="{6EF1E93B-6945-4172-A54E-4EB227F74D10}" dt="2023-02-20T22:54:53.305" v="667" actId="1076"/>
          <ac:picMkLst>
            <pc:docMk/>
            <pc:sldMk cId="3543966294" sldId="883"/>
            <ac:picMk id="7" creationId="{965CB692-2231-D863-B361-1A520D8B2207}"/>
          </ac:picMkLst>
        </pc:picChg>
        <pc:picChg chg="mod">
          <ac:chgData name="Juan Alejandro Peña Palacio" userId="9bc1ebb5-3bea-4794-be41-2d309de71ac8" providerId="ADAL" clId="{6EF1E93B-6945-4172-A54E-4EB227F74D10}" dt="2023-02-20T22:56:50.882" v="889"/>
          <ac:picMkLst>
            <pc:docMk/>
            <pc:sldMk cId="3543966294" sldId="883"/>
            <ac:picMk id="10" creationId="{D3D14163-3DB1-5872-0C9B-C737F4237D73}"/>
          </ac:picMkLst>
        </pc:picChg>
      </pc:sldChg>
      <pc:sldChg chg="del">
        <pc:chgData name="Juan Alejandro Peña Palacio" userId="9bc1ebb5-3bea-4794-be41-2d309de71ac8" providerId="ADAL" clId="{6EF1E93B-6945-4172-A54E-4EB227F74D10}" dt="2023-02-20T12:49:07.184" v="4" actId="47"/>
        <pc:sldMkLst>
          <pc:docMk/>
          <pc:sldMk cId="4179374033" sldId="883"/>
        </pc:sldMkLst>
      </pc:sldChg>
      <pc:sldMasterChg chg="del delSldLayout">
        <pc:chgData name="Juan Alejandro Peña Palacio" userId="9bc1ebb5-3bea-4794-be41-2d309de71ac8" providerId="ADAL" clId="{6EF1E93B-6945-4172-A54E-4EB227F74D10}" dt="2023-02-20T12:57:12.377" v="59" actId="47"/>
        <pc:sldMasterMkLst>
          <pc:docMk/>
          <pc:sldMasterMk cId="1976258905" sldId="2147483648"/>
        </pc:sldMasterMkLst>
        <pc:sldLayoutChg chg="del">
          <pc:chgData name="Juan Alejandro Peña Palacio" userId="9bc1ebb5-3bea-4794-be41-2d309de71ac8" providerId="ADAL" clId="{6EF1E93B-6945-4172-A54E-4EB227F74D10}" dt="2023-02-20T12:57:12.377" v="59" actId="47"/>
          <pc:sldLayoutMkLst>
            <pc:docMk/>
            <pc:sldMasterMk cId="1976258905" sldId="2147483648"/>
            <pc:sldLayoutMk cId="2390031913" sldId="2147483649"/>
          </pc:sldLayoutMkLst>
        </pc:sldLayoutChg>
        <pc:sldLayoutChg chg="del">
          <pc:chgData name="Juan Alejandro Peña Palacio" userId="9bc1ebb5-3bea-4794-be41-2d309de71ac8" providerId="ADAL" clId="{6EF1E93B-6945-4172-A54E-4EB227F74D10}" dt="2023-02-20T12:57:12.377" v="59" actId="47"/>
          <pc:sldLayoutMkLst>
            <pc:docMk/>
            <pc:sldMasterMk cId="1976258905" sldId="2147483648"/>
            <pc:sldLayoutMk cId="414822733" sldId="2147483650"/>
          </pc:sldLayoutMkLst>
        </pc:sldLayoutChg>
        <pc:sldLayoutChg chg="del">
          <pc:chgData name="Juan Alejandro Peña Palacio" userId="9bc1ebb5-3bea-4794-be41-2d309de71ac8" providerId="ADAL" clId="{6EF1E93B-6945-4172-A54E-4EB227F74D10}" dt="2023-02-20T12:57:12.377" v="59" actId="47"/>
          <pc:sldLayoutMkLst>
            <pc:docMk/>
            <pc:sldMasterMk cId="1976258905" sldId="2147483648"/>
            <pc:sldLayoutMk cId="834017708" sldId="2147483651"/>
          </pc:sldLayoutMkLst>
        </pc:sldLayoutChg>
        <pc:sldLayoutChg chg="del">
          <pc:chgData name="Juan Alejandro Peña Palacio" userId="9bc1ebb5-3bea-4794-be41-2d309de71ac8" providerId="ADAL" clId="{6EF1E93B-6945-4172-A54E-4EB227F74D10}" dt="2023-02-20T12:57:12.377" v="59" actId="47"/>
          <pc:sldLayoutMkLst>
            <pc:docMk/>
            <pc:sldMasterMk cId="1976258905" sldId="2147483648"/>
            <pc:sldLayoutMk cId="1241325315" sldId="2147483652"/>
          </pc:sldLayoutMkLst>
        </pc:sldLayoutChg>
        <pc:sldLayoutChg chg="del">
          <pc:chgData name="Juan Alejandro Peña Palacio" userId="9bc1ebb5-3bea-4794-be41-2d309de71ac8" providerId="ADAL" clId="{6EF1E93B-6945-4172-A54E-4EB227F74D10}" dt="2023-02-20T12:57:12.377" v="59" actId="47"/>
          <pc:sldLayoutMkLst>
            <pc:docMk/>
            <pc:sldMasterMk cId="1976258905" sldId="2147483648"/>
            <pc:sldLayoutMk cId="260731713" sldId="2147483653"/>
          </pc:sldLayoutMkLst>
        </pc:sldLayoutChg>
        <pc:sldLayoutChg chg="del">
          <pc:chgData name="Juan Alejandro Peña Palacio" userId="9bc1ebb5-3bea-4794-be41-2d309de71ac8" providerId="ADAL" clId="{6EF1E93B-6945-4172-A54E-4EB227F74D10}" dt="2023-02-20T12:57:12.377" v="59" actId="47"/>
          <pc:sldLayoutMkLst>
            <pc:docMk/>
            <pc:sldMasterMk cId="1976258905" sldId="2147483648"/>
            <pc:sldLayoutMk cId="2384749047" sldId="2147483654"/>
          </pc:sldLayoutMkLst>
        </pc:sldLayoutChg>
        <pc:sldLayoutChg chg="del">
          <pc:chgData name="Juan Alejandro Peña Palacio" userId="9bc1ebb5-3bea-4794-be41-2d309de71ac8" providerId="ADAL" clId="{6EF1E93B-6945-4172-A54E-4EB227F74D10}" dt="2023-02-20T12:57:12.377" v="59" actId="47"/>
          <pc:sldLayoutMkLst>
            <pc:docMk/>
            <pc:sldMasterMk cId="1976258905" sldId="2147483648"/>
            <pc:sldLayoutMk cId="2053289235" sldId="2147483655"/>
          </pc:sldLayoutMkLst>
        </pc:sldLayoutChg>
        <pc:sldLayoutChg chg="del">
          <pc:chgData name="Juan Alejandro Peña Palacio" userId="9bc1ebb5-3bea-4794-be41-2d309de71ac8" providerId="ADAL" clId="{6EF1E93B-6945-4172-A54E-4EB227F74D10}" dt="2023-02-20T12:57:12.377" v="59" actId="47"/>
          <pc:sldLayoutMkLst>
            <pc:docMk/>
            <pc:sldMasterMk cId="1976258905" sldId="2147483648"/>
            <pc:sldLayoutMk cId="3057750653" sldId="2147483656"/>
          </pc:sldLayoutMkLst>
        </pc:sldLayoutChg>
        <pc:sldLayoutChg chg="del">
          <pc:chgData name="Juan Alejandro Peña Palacio" userId="9bc1ebb5-3bea-4794-be41-2d309de71ac8" providerId="ADAL" clId="{6EF1E93B-6945-4172-A54E-4EB227F74D10}" dt="2023-02-20T12:57:12.377" v="59" actId="47"/>
          <pc:sldLayoutMkLst>
            <pc:docMk/>
            <pc:sldMasterMk cId="1976258905" sldId="2147483648"/>
            <pc:sldLayoutMk cId="1961599237" sldId="2147483657"/>
          </pc:sldLayoutMkLst>
        </pc:sldLayoutChg>
        <pc:sldLayoutChg chg="del">
          <pc:chgData name="Juan Alejandro Peña Palacio" userId="9bc1ebb5-3bea-4794-be41-2d309de71ac8" providerId="ADAL" clId="{6EF1E93B-6945-4172-A54E-4EB227F74D10}" dt="2023-02-20T12:57:12.377" v="59" actId="47"/>
          <pc:sldLayoutMkLst>
            <pc:docMk/>
            <pc:sldMasterMk cId="1976258905" sldId="2147483648"/>
            <pc:sldLayoutMk cId="2934541972" sldId="2147483658"/>
          </pc:sldLayoutMkLst>
        </pc:sldLayoutChg>
        <pc:sldLayoutChg chg="del">
          <pc:chgData name="Juan Alejandro Peña Palacio" userId="9bc1ebb5-3bea-4794-be41-2d309de71ac8" providerId="ADAL" clId="{6EF1E93B-6945-4172-A54E-4EB227F74D10}" dt="2023-02-20T12:57:12.377" v="59" actId="47"/>
          <pc:sldLayoutMkLst>
            <pc:docMk/>
            <pc:sldMasterMk cId="1976258905" sldId="2147483648"/>
            <pc:sldLayoutMk cId="3583952328" sldId="2147483659"/>
          </pc:sldLayoutMkLst>
        </pc:sldLayoutChg>
      </pc:sldMasterChg>
    </pc:docChg>
  </pc:docChgLst>
  <pc:docChgLst>
    <pc:chgData name="Juan Alejandro Peña Palacio" userId="9bc1ebb5-3bea-4794-be41-2d309de71ac8" providerId="ADAL" clId="{92B865DE-D5A0-4780-8B47-E19C1830EA00}"/>
    <pc:docChg chg="custSel addSld delSld modSld">
      <pc:chgData name="Juan Alejandro Peña Palacio" userId="9bc1ebb5-3bea-4794-be41-2d309de71ac8" providerId="ADAL" clId="{92B865DE-D5A0-4780-8B47-E19C1830EA00}" dt="2023-03-08T12:29:27.859" v="2364" actId="20577"/>
      <pc:docMkLst>
        <pc:docMk/>
      </pc:docMkLst>
      <pc:sldChg chg="del">
        <pc:chgData name="Juan Alejandro Peña Palacio" userId="9bc1ebb5-3bea-4794-be41-2d309de71ac8" providerId="ADAL" clId="{92B865DE-D5A0-4780-8B47-E19C1830EA00}" dt="2023-03-08T00:38:07.639" v="146" actId="47"/>
        <pc:sldMkLst>
          <pc:docMk/>
          <pc:sldMk cId="4154754362" sldId="320"/>
        </pc:sldMkLst>
      </pc:sldChg>
      <pc:sldChg chg="addSp delSp modSp mod modAnim">
        <pc:chgData name="Juan Alejandro Peña Palacio" userId="9bc1ebb5-3bea-4794-be41-2d309de71ac8" providerId="ADAL" clId="{92B865DE-D5A0-4780-8B47-E19C1830EA00}" dt="2023-03-08T10:14:27.285" v="2083" actId="1076"/>
        <pc:sldMkLst>
          <pc:docMk/>
          <pc:sldMk cId="594041004" sldId="411"/>
        </pc:sldMkLst>
        <pc:spChg chg="add del mod">
          <ac:chgData name="Juan Alejandro Peña Palacio" userId="9bc1ebb5-3bea-4794-be41-2d309de71ac8" providerId="ADAL" clId="{92B865DE-D5A0-4780-8B47-E19C1830EA00}" dt="2023-03-08T00:45:44.946" v="731" actId="478"/>
          <ac:spMkLst>
            <pc:docMk/>
            <pc:sldMk cId="594041004" sldId="411"/>
            <ac:spMk id="2" creationId="{60941000-014A-A3D6-99EC-51A63D64880E}"/>
          </ac:spMkLst>
        </pc:spChg>
        <pc:spChg chg="add mod">
          <ac:chgData name="Juan Alejandro Peña Palacio" userId="9bc1ebb5-3bea-4794-be41-2d309de71ac8" providerId="ADAL" clId="{92B865DE-D5A0-4780-8B47-E19C1830EA00}" dt="2023-03-08T00:45:12.103" v="730" actId="20577"/>
          <ac:spMkLst>
            <pc:docMk/>
            <pc:sldMk cId="594041004" sldId="411"/>
            <ac:spMk id="3" creationId="{35C42F6C-481E-6FF5-7D02-1C548FFDAB4E}"/>
          </ac:spMkLst>
        </pc:spChg>
        <pc:spChg chg="add del mod">
          <ac:chgData name="Juan Alejandro Peña Palacio" userId="9bc1ebb5-3bea-4794-be41-2d309de71ac8" providerId="ADAL" clId="{92B865DE-D5A0-4780-8B47-E19C1830EA00}" dt="2023-03-08T00:48:42.680" v="798" actId="21"/>
          <ac:spMkLst>
            <pc:docMk/>
            <pc:sldMk cId="594041004" sldId="411"/>
            <ac:spMk id="4" creationId="{3B020106-9492-07E5-6EF4-FBEA9EA453F1}"/>
          </ac:spMkLst>
        </pc:spChg>
        <pc:spChg chg="add mod">
          <ac:chgData name="Juan Alejandro Peña Palacio" userId="9bc1ebb5-3bea-4794-be41-2d309de71ac8" providerId="ADAL" clId="{92B865DE-D5A0-4780-8B47-E19C1830EA00}" dt="2023-03-08T00:58:09.055" v="1745" actId="1076"/>
          <ac:spMkLst>
            <pc:docMk/>
            <pc:sldMk cId="594041004" sldId="411"/>
            <ac:spMk id="6" creationId="{0702DA47-C52D-EACD-4C5A-D0EFD1459E13}"/>
          </ac:spMkLst>
        </pc:spChg>
        <pc:spChg chg="mod">
          <ac:chgData name="Juan Alejandro Peña Palacio" userId="9bc1ebb5-3bea-4794-be41-2d309de71ac8" providerId="ADAL" clId="{92B865DE-D5A0-4780-8B47-E19C1830EA00}" dt="2023-03-08T00:37:59.460" v="145" actId="20577"/>
          <ac:spMkLst>
            <pc:docMk/>
            <pc:sldMk cId="594041004" sldId="411"/>
            <ac:spMk id="8" creationId="{DF1B19B6-EC6B-CA34-FA01-AC9F64BFED9D}"/>
          </ac:spMkLst>
        </pc:spChg>
        <pc:spChg chg="add mod">
          <ac:chgData name="Juan Alejandro Peña Palacio" userId="9bc1ebb5-3bea-4794-be41-2d309de71ac8" providerId="ADAL" clId="{92B865DE-D5A0-4780-8B47-E19C1830EA00}" dt="2023-03-08T00:58:09.055" v="1745" actId="1076"/>
          <ac:spMkLst>
            <pc:docMk/>
            <pc:sldMk cId="594041004" sldId="411"/>
            <ac:spMk id="13" creationId="{37105B4C-2023-CD50-F0C4-262BEA4DCBA3}"/>
          </ac:spMkLst>
        </pc:spChg>
        <pc:spChg chg="add mod">
          <ac:chgData name="Juan Alejandro Peña Palacio" userId="9bc1ebb5-3bea-4794-be41-2d309de71ac8" providerId="ADAL" clId="{92B865DE-D5A0-4780-8B47-E19C1830EA00}" dt="2023-03-08T10:05:38.370" v="2075" actId="1035"/>
          <ac:spMkLst>
            <pc:docMk/>
            <pc:sldMk cId="594041004" sldId="411"/>
            <ac:spMk id="14" creationId="{8B561B56-75B9-9C4C-C1BE-2AB02B6113AB}"/>
          </ac:spMkLst>
        </pc:spChg>
        <pc:spChg chg="add del">
          <ac:chgData name="Juan Alejandro Peña Palacio" userId="9bc1ebb5-3bea-4794-be41-2d309de71ac8" providerId="ADAL" clId="{92B865DE-D5A0-4780-8B47-E19C1830EA00}" dt="2023-03-08T00:53:46.429" v="1141" actId="478"/>
          <ac:spMkLst>
            <pc:docMk/>
            <pc:sldMk cId="594041004" sldId="411"/>
            <ac:spMk id="15" creationId="{29B62F78-CC75-88B5-09C0-9B0EEEBEA42D}"/>
          </ac:spMkLst>
        </pc:spChg>
        <pc:spChg chg="add mod">
          <ac:chgData name="Juan Alejandro Peña Palacio" userId="9bc1ebb5-3bea-4794-be41-2d309de71ac8" providerId="ADAL" clId="{92B865DE-D5A0-4780-8B47-E19C1830EA00}" dt="2023-03-08T10:14:27.285" v="2083" actId="1076"/>
          <ac:spMkLst>
            <pc:docMk/>
            <pc:sldMk cId="594041004" sldId="411"/>
            <ac:spMk id="16" creationId="{E05C36FD-355F-D33E-02DF-EC6B8426782E}"/>
          </ac:spMkLst>
        </pc:spChg>
        <pc:spChg chg="mod">
          <ac:chgData name="Juan Alejandro Peña Palacio" userId="9bc1ebb5-3bea-4794-be41-2d309de71ac8" providerId="ADAL" clId="{92B865DE-D5A0-4780-8B47-E19C1830EA00}" dt="2023-03-08T00:38:22.485" v="187" actId="20577"/>
          <ac:spMkLst>
            <pc:docMk/>
            <pc:sldMk cId="594041004" sldId="411"/>
            <ac:spMk id="3074" creationId="{00000000-0000-0000-0000-000000000000}"/>
          </ac:spMkLst>
        </pc:spChg>
        <pc:spChg chg="mod">
          <ac:chgData name="Juan Alejandro Peña Palacio" userId="9bc1ebb5-3bea-4794-be41-2d309de71ac8" providerId="ADAL" clId="{92B865DE-D5A0-4780-8B47-E19C1830EA00}" dt="2023-03-08T10:04:43.633" v="2071" actId="20577"/>
          <ac:spMkLst>
            <pc:docMk/>
            <pc:sldMk cId="594041004" sldId="411"/>
            <ac:spMk id="4100" creationId="{00000000-0000-0000-0000-000000000000}"/>
          </ac:spMkLst>
        </pc:spChg>
        <pc:grpChg chg="del">
          <ac:chgData name="Juan Alejandro Peña Palacio" userId="9bc1ebb5-3bea-4794-be41-2d309de71ac8" providerId="ADAL" clId="{92B865DE-D5A0-4780-8B47-E19C1830EA00}" dt="2023-03-08T00:38:26.758" v="188" actId="478"/>
          <ac:grpSpMkLst>
            <pc:docMk/>
            <pc:sldMk cId="594041004" sldId="411"/>
            <ac:grpSpMk id="5" creationId="{1A8C0AD3-D016-9104-339D-1911E64D888E}"/>
          </ac:grpSpMkLst>
        </pc:grpChg>
        <pc:picChg chg="add mod">
          <ac:chgData name="Juan Alejandro Peña Palacio" userId="9bc1ebb5-3bea-4794-be41-2d309de71ac8" providerId="ADAL" clId="{92B865DE-D5A0-4780-8B47-E19C1830EA00}" dt="2023-03-08T00:58:09.055" v="1745" actId="1076"/>
          <ac:picMkLst>
            <pc:docMk/>
            <pc:sldMk cId="594041004" sldId="411"/>
            <ac:picMk id="11" creationId="{AF9F9192-CCD6-B884-871E-EBB68F4403CC}"/>
          </ac:picMkLst>
        </pc:picChg>
        <pc:picChg chg="add mod">
          <ac:chgData name="Juan Alejandro Peña Palacio" userId="9bc1ebb5-3bea-4794-be41-2d309de71ac8" providerId="ADAL" clId="{92B865DE-D5A0-4780-8B47-E19C1830EA00}" dt="2023-03-08T00:58:09.055" v="1745" actId="1076"/>
          <ac:picMkLst>
            <pc:docMk/>
            <pc:sldMk cId="594041004" sldId="411"/>
            <ac:picMk id="1026" creationId="{60FFC3EC-DF65-34C2-95B8-E6E548DA1584}"/>
          </ac:picMkLst>
        </pc:picChg>
      </pc:sldChg>
      <pc:sldChg chg="modSp mod">
        <pc:chgData name="Juan Alejandro Peña Palacio" userId="9bc1ebb5-3bea-4794-be41-2d309de71ac8" providerId="ADAL" clId="{92B865DE-D5A0-4780-8B47-E19C1830EA00}" dt="2023-03-08T10:04:22.570" v="2063" actId="20577"/>
        <pc:sldMkLst>
          <pc:docMk/>
          <pc:sldMk cId="509293575" sldId="882"/>
        </pc:sldMkLst>
        <pc:spChg chg="mod">
          <ac:chgData name="Juan Alejandro Peña Palacio" userId="9bc1ebb5-3bea-4794-be41-2d309de71ac8" providerId="ADAL" clId="{92B865DE-D5A0-4780-8B47-E19C1830EA00}" dt="2023-03-08T10:04:22.570" v="2063" actId="20577"/>
          <ac:spMkLst>
            <pc:docMk/>
            <pc:sldMk cId="509293575" sldId="882"/>
            <ac:spMk id="15" creationId="{79DC4192-C8E0-4E1C-A7A2-C022F794C202}"/>
          </ac:spMkLst>
        </pc:spChg>
      </pc:sldChg>
      <pc:sldChg chg="modSp add mod">
        <pc:chgData name="Juan Alejandro Peña Palacio" userId="9bc1ebb5-3bea-4794-be41-2d309de71ac8" providerId="ADAL" clId="{92B865DE-D5A0-4780-8B47-E19C1830EA00}" dt="2023-03-08T12:29:27.859" v="2364" actId="20577"/>
        <pc:sldMkLst>
          <pc:docMk/>
          <pc:sldMk cId="1928266411" sldId="883"/>
        </pc:sldMkLst>
        <pc:spChg chg="mod">
          <ac:chgData name="Juan Alejandro Peña Palacio" userId="9bc1ebb5-3bea-4794-be41-2d309de71ac8" providerId="ADAL" clId="{92B865DE-D5A0-4780-8B47-E19C1830EA00}" dt="2023-03-08T12:29:27.859" v="2364" actId="20577"/>
          <ac:spMkLst>
            <pc:docMk/>
            <pc:sldMk cId="1928266411" sldId="883"/>
            <ac:spMk id="16" creationId="{E05C36FD-355F-D33E-02DF-EC6B8426782E}"/>
          </ac:spMkLst>
        </pc:spChg>
        <pc:spChg chg="mod">
          <ac:chgData name="Juan Alejandro Peña Palacio" userId="9bc1ebb5-3bea-4794-be41-2d309de71ac8" providerId="ADAL" clId="{92B865DE-D5A0-4780-8B47-E19C1830EA00}" dt="2023-03-08T10:06:22.629" v="2081" actId="20577"/>
          <ac:spMkLst>
            <pc:docMk/>
            <pc:sldMk cId="1928266411" sldId="883"/>
            <ac:spMk id="4100" creationId="{00000000-0000-0000-0000-000000000000}"/>
          </ac:spMkLst>
        </pc:spChg>
      </pc:sldChg>
      <pc:sldChg chg="addSp delSp modSp add del mod">
        <pc:chgData name="Juan Alejandro Peña Palacio" userId="9bc1ebb5-3bea-4794-be41-2d309de71ac8" providerId="ADAL" clId="{92B865DE-D5A0-4780-8B47-E19C1830EA00}" dt="2023-03-08T00:53:37.713" v="1139" actId="47"/>
        <pc:sldMkLst>
          <pc:docMk/>
          <pc:sldMk cId="2568140164" sldId="883"/>
        </pc:sldMkLst>
        <pc:spChg chg="add del mod">
          <ac:chgData name="Juan Alejandro Peña Palacio" userId="9bc1ebb5-3bea-4794-be41-2d309de71ac8" providerId="ADAL" clId="{92B865DE-D5A0-4780-8B47-E19C1830EA00}" dt="2023-03-08T00:53:33.952" v="1137" actId="478"/>
          <ac:spMkLst>
            <pc:docMk/>
            <pc:sldMk cId="2568140164" sldId="883"/>
            <ac:spMk id="2" creationId="{F2145E55-505C-47D8-5284-DFF27F90B747}"/>
          </ac:spMkLst>
        </pc:spChg>
        <pc:spChg chg="del">
          <ac:chgData name="Juan Alejandro Peña Palacio" userId="9bc1ebb5-3bea-4794-be41-2d309de71ac8" providerId="ADAL" clId="{92B865DE-D5A0-4780-8B47-E19C1830EA00}" dt="2023-03-08T00:53:22.390" v="1133" actId="478"/>
          <ac:spMkLst>
            <pc:docMk/>
            <pc:sldMk cId="2568140164" sldId="883"/>
            <ac:spMk id="3" creationId="{35C42F6C-481E-6FF5-7D02-1C548FFDAB4E}"/>
          </ac:spMkLst>
        </pc:spChg>
        <pc:spChg chg="del">
          <ac:chgData name="Juan Alejandro Peña Palacio" userId="9bc1ebb5-3bea-4794-be41-2d309de71ac8" providerId="ADAL" clId="{92B865DE-D5A0-4780-8B47-E19C1830EA00}" dt="2023-03-08T00:53:22.390" v="1133" actId="478"/>
          <ac:spMkLst>
            <pc:docMk/>
            <pc:sldMk cId="2568140164" sldId="883"/>
            <ac:spMk id="6" creationId="{0702DA47-C52D-EACD-4C5A-D0EFD1459E13}"/>
          </ac:spMkLst>
        </pc:spChg>
        <pc:spChg chg="del">
          <ac:chgData name="Juan Alejandro Peña Palacio" userId="9bc1ebb5-3bea-4794-be41-2d309de71ac8" providerId="ADAL" clId="{92B865DE-D5A0-4780-8B47-E19C1830EA00}" dt="2023-03-08T00:53:22.390" v="1133" actId="478"/>
          <ac:spMkLst>
            <pc:docMk/>
            <pc:sldMk cId="2568140164" sldId="883"/>
            <ac:spMk id="13" creationId="{37105B4C-2023-CD50-F0C4-262BEA4DCBA3}"/>
          </ac:spMkLst>
        </pc:spChg>
        <pc:spChg chg="del">
          <ac:chgData name="Juan Alejandro Peña Palacio" userId="9bc1ebb5-3bea-4794-be41-2d309de71ac8" providerId="ADAL" clId="{92B865DE-D5A0-4780-8B47-E19C1830EA00}" dt="2023-03-08T00:53:22.390" v="1133" actId="478"/>
          <ac:spMkLst>
            <pc:docMk/>
            <pc:sldMk cId="2568140164" sldId="883"/>
            <ac:spMk id="14" creationId="{8B561B56-75B9-9C4C-C1BE-2AB02B6113AB}"/>
          </ac:spMkLst>
        </pc:spChg>
        <pc:spChg chg="del">
          <ac:chgData name="Juan Alejandro Peña Palacio" userId="9bc1ebb5-3bea-4794-be41-2d309de71ac8" providerId="ADAL" clId="{92B865DE-D5A0-4780-8B47-E19C1830EA00}" dt="2023-03-08T00:53:36.448" v="1138" actId="478"/>
          <ac:spMkLst>
            <pc:docMk/>
            <pc:sldMk cId="2568140164" sldId="883"/>
            <ac:spMk id="4100" creationId="{00000000-0000-0000-0000-000000000000}"/>
          </ac:spMkLst>
        </pc:spChg>
        <pc:picChg chg="del">
          <ac:chgData name="Juan Alejandro Peña Palacio" userId="9bc1ebb5-3bea-4794-be41-2d309de71ac8" providerId="ADAL" clId="{92B865DE-D5A0-4780-8B47-E19C1830EA00}" dt="2023-03-08T00:53:22.390" v="1133" actId="478"/>
          <ac:picMkLst>
            <pc:docMk/>
            <pc:sldMk cId="2568140164" sldId="883"/>
            <ac:picMk id="11" creationId="{AF9F9192-CCD6-B884-871E-EBB68F4403CC}"/>
          </ac:picMkLst>
        </pc:picChg>
        <pc:picChg chg="del">
          <ac:chgData name="Juan Alejandro Peña Palacio" userId="9bc1ebb5-3bea-4794-be41-2d309de71ac8" providerId="ADAL" clId="{92B865DE-D5A0-4780-8B47-E19C1830EA00}" dt="2023-03-08T00:53:24.223" v="1134" actId="478"/>
          <ac:picMkLst>
            <pc:docMk/>
            <pc:sldMk cId="2568140164" sldId="883"/>
            <ac:picMk id="1026" creationId="{60FFC3EC-DF65-34C2-95B8-E6E548DA1584}"/>
          </ac:picMkLst>
        </pc:picChg>
      </pc:sldChg>
      <pc:sldChg chg="del">
        <pc:chgData name="Juan Alejandro Peña Palacio" userId="9bc1ebb5-3bea-4794-be41-2d309de71ac8" providerId="ADAL" clId="{92B865DE-D5A0-4780-8B47-E19C1830EA00}" dt="2023-03-08T00:38:09.360" v="147" actId="47"/>
        <pc:sldMkLst>
          <pc:docMk/>
          <pc:sldMk cId="3543966294" sldId="883"/>
        </pc:sldMkLst>
      </pc:sldChg>
      <pc:sldChg chg="modSp add mod">
        <pc:chgData name="Juan Alejandro Peña Palacio" userId="9bc1ebb5-3bea-4794-be41-2d309de71ac8" providerId="ADAL" clId="{92B865DE-D5A0-4780-8B47-E19C1830EA00}" dt="2023-03-08T01:14:18.727" v="2057" actId="1076"/>
        <pc:sldMkLst>
          <pc:docMk/>
          <pc:sldMk cId="223209908" sldId="884"/>
        </pc:sldMkLst>
        <pc:spChg chg="mod">
          <ac:chgData name="Juan Alejandro Peña Palacio" userId="9bc1ebb5-3bea-4794-be41-2d309de71ac8" providerId="ADAL" clId="{92B865DE-D5A0-4780-8B47-E19C1830EA00}" dt="2023-03-08T01:14:18.727" v="2057" actId="1076"/>
          <ac:spMkLst>
            <pc:docMk/>
            <pc:sldMk cId="223209908" sldId="884"/>
            <ac:spMk id="16" creationId="{E05C36FD-355F-D33E-02DF-EC6B8426782E}"/>
          </ac:spMkLst>
        </pc:spChg>
      </pc:sldChg>
    </pc:docChg>
  </pc:docChgLst>
  <pc:docChgLst>
    <pc:chgData name="Juan Alejandro Peña Palacio" userId="9bc1ebb5-3bea-4794-be41-2d309de71ac8" providerId="ADAL" clId="{1F6BE1C6-EF20-4390-9A25-15DA769F29FA}"/>
    <pc:docChg chg="undo custSel addSld delSld modSld">
      <pc:chgData name="Juan Alejandro Peña Palacio" userId="9bc1ebb5-3bea-4794-be41-2d309de71ac8" providerId="ADAL" clId="{1F6BE1C6-EF20-4390-9A25-15DA769F29FA}" dt="2023-03-29T17:52:22.842" v="2574" actId="20577"/>
      <pc:docMkLst>
        <pc:docMk/>
      </pc:docMkLst>
      <pc:sldChg chg="addSp delSp modSp mod delAnim modAnim">
        <pc:chgData name="Juan Alejandro Peña Palacio" userId="9bc1ebb5-3bea-4794-be41-2d309de71ac8" providerId="ADAL" clId="{1F6BE1C6-EF20-4390-9A25-15DA769F29FA}" dt="2023-03-29T15:51:40.588" v="2490" actId="20577"/>
        <pc:sldMkLst>
          <pc:docMk/>
          <pc:sldMk cId="594041004" sldId="411"/>
        </pc:sldMkLst>
        <pc:spChg chg="add mod">
          <ac:chgData name="Juan Alejandro Peña Palacio" userId="9bc1ebb5-3bea-4794-be41-2d309de71ac8" providerId="ADAL" clId="{1F6BE1C6-EF20-4390-9A25-15DA769F29FA}" dt="2023-03-29T14:43:03.342" v="1692" actId="20577"/>
          <ac:spMkLst>
            <pc:docMk/>
            <pc:sldMk cId="594041004" sldId="411"/>
            <ac:spMk id="2" creationId="{EA91C360-16A0-CDC7-7F65-F87758A249DF}"/>
          </ac:spMkLst>
        </pc:spChg>
        <pc:spChg chg="del">
          <ac:chgData name="Juan Alejandro Peña Palacio" userId="9bc1ebb5-3bea-4794-be41-2d309de71ac8" providerId="ADAL" clId="{1F6BE1C6-EF20-4390-9A25-15DA769F29FA}" dt="2023-03-29T14:35:52.745" v="1258" actId="478"/>
          <ac:spMkLst>
            <pc:docMk/>
            <pc:sldMk cId="594041004" sldId="411"/>
            <ac:spMk id="3" creationId="{35C42F6C-481E-6FF5-7D02-1C548FFDAB4E}"/>
          </ac:spMkLst>
        </pc:spChg>
        <pc:spChg chg="del">
          <ac:chgData name="Juan Alejandro Peña Palacio" userId="9bc1ebb5-3bea-4794-be41-2d309de71ac8" providerId="ADAL" clId="{1F6BE1C6-EF20-4390-9A25-15DA769F29FA}" dt="2023-03-29T14:32:17.032" v="540" actId="478"/>
          <ac:spMkLst>
            <pc:docMk/>
            <pc:sldMk cId="594041004" sldId="411"/>
            <ac:spMk id="6" creationId="{0702DA47-C52D-EACD-4C5A-D0EFD1459E13}"/>
          </ac:spMkLst>
        </pc:spChg>
        <pc:spChg chg="mod">
          <ac:chgData name="Juan Alejandro Peña Palacio" userId="9bc1ebb5-3bea-4794-be41-2d309de71ac8" providerId="ADAL" clId="{1F6BE1C6-EF20-4390-9A25-15DA769F29FA}" dt="2023-03-29T14:28:13.406" v="212" actId="20577"/>
          <ac:spMkLst>
            <pc:docMk/>
            <pc:sldMk cId="594041004" sldId="411"/>
            <ac:spMk id="8" creationId="{DF1B19B6-EC6B-CA34-FA01-AC9F64BFED9D}"/>
          </ac:spMkLst>
        </pc:spChg>
        <pc:spChg chg="del">
          <ac:chgData name="Juan Alejandro Peña Palacio" userId="9bc1ebb5-3bea-4794-be41-2d309de71ac8" providerId="ADAL" clId="{1F6BE1C6-EF20-4390-9A25-15DA769F29FA}" dt="2023-03-29T14:32:17.032" v="540" actId="478"/>
          <ac:spMkLst>
            <pc:docMk/>
            <pc:sldMk cId="594041004" sldId="411"/>
            <ac:spMk id="13" creationId="{37105B4C-2023-CD50-F0C4-262BEA4DCBA3}"/>
          </ac:spMkLst>
        </pc:spChg>
        <pc:spChg chg="del">
          <ac:chgData name="Juan Alejandro Peña Palacio" userId="9bc1ebb5-3bea-4794-be41-2d309de71ac8" providerId="ADAL" clId="{1F6BE1C6-EF20-4390-9A25-15DA769F29FA}" dt="2023-03-29T14:32:17.032" v="540" actId="478"/>
          <ac:spMkLst>
            <pc:docMk/>
            <pc:sldMk cId="594041004" sldId="411"/>
            <ac:spMk id="14" creationId="{8B561B56-75B9-9C4C-C1BE-2AB02B6113AB}"/>
          </ac:spMkLst>
        </pc:spChg>
        <pc:spChg chg="mod">
          <ac:chgData name="Juan Alejandro Peña Palacio" userId="9bc1ebb5-3bea-4794-be41-2d309de71ac8" providerId="ADAL" clId="{1F6BE1C6-EF20-4390-9A25-15DA769F29FA}" dt="2023-03-29T15:51:40.588" v="2490" actId="20577"/>
          <ac:spMkLst>
            <pc:docMk/>
            <pc:sldMk cId="594041004" sldId="411"/>
            <ac:spMk id="16" creationId="{E05C36FD-355F-D33E-02DF-EC6B8426782E}"/>
          </ac:spMkLst>
        </pc:spChg>
        <pc:spChg chg="mod">
          <ac:chgData name="Juan Alejandro Peña Palacio" userId="9bc1ebb5-3bea-4794-be41-2d309de71ac8" providerId="ADAL" clId="{1F6BE1C6-EF20-4390-9A25-15DA769F29FA}" dt="2023-03-29T14:28:33.357" v="279" actId="14100"/>
          <ac:spMkLst>
            <pc:docMk/>
            <pc:sldMk cId="594041004" sldId="411"/>
            <ac:spMk id="3074" creationId="{00000000-0000-0000-0000-000000000000}"/>
          </ac:spMkLst>
        </pc:spChg>
        <pc:spChg chg="mod">
          <ac:chgData name="Juan Alejandro Peña Palacio" userId="9bc1ebb5-3bea-4794-be41-2d309de71ac8" providerId="ADAL" clId="{1F6BE1C6-EF20-4390-9A25-15DA769F29FA}" dt="2023-03-29T14:32:46.821" v="543" actId="14100"/>
          <ac:spMkLst>
            <pc:docMk/>
            <pc:sldMk cId="594041004" sldId="411"/>
            <ac:spMk id="4100" creationId="{00000000-0000-0000-0000-000000000000}"/>
          </ac:spMkLst>
        </pc:spChg>
        <pc:picChg chg="del">
          <ac:chgData name="Juan Alejandro Peña Palacio" userId="9bc1ebb5-3bea-4794-be41-2d309de71ac8" providerId="ADAL" clId="{1F6BE1C6-EF20-4390-9A25-15DA769F29FA}" dt="2023-03-29T14:32:17.032" v="540" actId="478"/>
          <ac:picMkLst>
            <pc:docMk/>
            <pc:sldMk cId="594041004" sldId="411"/>
            <ac:picMk id="11" creationId="{AF9F9192-CCD6-B884-871E-EBB68F4403CC}"/>
          </ac:picMkLst>
        </pc:picChg>
        <pc:picChg chg="del">
          <ac:chgData name="Juan Alejandro Peña Palacio" userId="9bc1ebb5-3bea-4794-be41-2d309de71ac8" providerId="ADAL" clId="{1F6BE1C6-EF20-4390-9A25-15DA769F29FA}" dt="2023-03-29T14:32:19.254" v="541" actId="478"/>
          <ac:picMkLst>
            <pc:docMk/>
            <pc:sldMk cId="594041004" sldId="411"/>
            <ac:picMk id="1026" creationId="{60FFC3EC-DF65-34C2-95B8-E6E548DA1584}"/>
          </ac:picMkLst>
        </pc:picChg>
      </pc:sldChg>
      <pc:sldChg chg="addSp delSp modSp add modAnim">
        <pc:chgData name="Juan Alejandro Peña Palacio" userId="9bc1ebb5-3bea-4794-be41-2d309de71ac8" providerId="ADAL" clId="{1F6BE1C6-EF20-4390-9A25-15DA769F29FA}" dt="2023-03-29T14:30:47.806" v="286"/>
        <pc:sldMkLst>
          <pc:docMk/>
          <pc:sldMk cId="3318958491" sldId="835"/>
        </pc:sldMkLst>
        <pc:grpChg chg="del">
          <ac:chgData name="Juan Alejandro Peña Palacio" userId="9bc1ebb5-3bea-4794-be41-2d309de71ac8" providerId="ADAL" clId="{1F6BE1C6-EF20-4390-9A25-15DA769F29FA}" dt="2023-03-29T14:30:05.605" v="281" actId="478"/>
          <ac:grpSpMkLst>
            <pc:docMk/>
            <pc:sldMk cId="3318958491" sldId="835"/>
            <ac:grpSpMk id="7" creationId="{3CA8039D-BFB7-481C-9D1C-5739CE5AD9ED}"/>
          </ac:grpSpMkLst>
        </pc:grpChg>
        <pc:picChg chg="add mod">
          <ac:chgData name="Juan Alejandro Peña Palacio" userId="9bc1ebb5-3bea-4794-be41-2d309de71ac8" providerId="ADAL" clId="{1F6BE1C6-EF20-4390-9A25-15DA769F29FA}" dt="2023-03-29T14:30:09.788" v="282"/>
          <ac:picMkLst>
            <pc:docMk/>
            <pc:sldMk cId="3318958491" sldId="835"/>
            <ac:picMk id="2" creationId="{8AC7030E-740A-02AE-490D-C010B5E713AD}"/>
          </ac:picMkLst>
        </pc:picChg>
      </pc:sldChg>
      <pc:sldChg chg="delSp modSp mod">
        <pc:chgData name="Juan Alejandro Peña Palacio" userId="9bc1ebb5-3bea-4794-be41-2d309de71ac8" providerId="ADAL" clId="{1F6BE1C6-EF20-4390-9A25-15DA769F29FA}" dt="2023-03-29T15:42:18.393" v="2489" actId="478"/>
        <pc:sldMkLst>
          <pc:docMk/>
          <pc:sldMk cId="509293575" sldId="882"/>
        </pc:sldMkLst>
        <pc:spChg chg="mod">
          <ac:chgData name="Juan Alejandro Peña Palacio" userId="9bc1ebb5-3bea-4794-be41-2d309de71ac8" providerId="ADAL" clId="{1F6BE1C6-EF20-4390-9A25-15DA769F29FA}" dt="2023-03-29T14:26:50.583" v="104" actId="948"/>
          <ac:spMkLst>
            <pc:docMk/>
            <pc:sldMk cId="509293575" sldId="882"/>
            <ac:spMk id="15" creationId="{79DC4192-C8E0-4E1C-A7A2-C022F794C202}"/>
          </ac:spMkLst>
        </pc:spChg>
        <pc:picChg chg="del">
          <ac:chgData name="Juan Alejandro Peña Palacio" userId="9bc1ebb5-3bea-4794-be41-2d309de71ac8" providerId="ADAL" clId="{1F6BE1C6-EF20-4390-9A25-15DA769F29FA}" dt="2023-03-29T15:42:17.699" v="2488" actId="478"/>
          <ac:picMkLst>
            <pc:docMk/>
            <pc:sldMk cId="509293575" sldId="882"/>
            <ac:picMk id="21" creationId="{21222135-2238-4E15-883D-6963C8D1688A}"/>
          </ac:picMkLst>
        </pc:picChg>
        <pc:picChg chg="del">
          <ac:chgData name="Juan Alejandro Peña Palacio" userId="9bc1ebb5-3bea-4794-be41-2d309de71ac8" providerId="ADAL" clId="{1F6BE1C6-EF20-4390-9A25-15DA769F29FA}" dt="2023-03-29T15:42:18.393" v="2489" actId="478"/>
          <ac:picMkLst>
            <pc:docMk/>
            <pc:sldMk cId="509293575" sldId="882"/>
            <ac:picMk id="22" creationId="{E49137D5-5D4C-4569-9DC9-15F312033F3B}"/>
          </ac:picMkLst>
        </pc:picChg>
      </pc:sldChg>
      <pc:sldChg chg="addSp delSp modSp add mod delAnim modAnim">
        <pc:chgData name="Juan Alejandro Peña Palacio" userId="9bc1ebb5-3bea-4794-be41-2d309de71ac8" providerId="ADAL" clId="{1F6BE1C6-EF20-4390-9A25-15DA769F29FA}" dt="2023-03-29T15:56:29.107" v="2521"/>
        <pc:sldMkLst>
          <pc:docMk/>
          <pc:sldMk cId="45253172" sldId="883"/>
        </pc:sldMkLst>
        <pc:spChg chg="mod">
          <ac:chgData name="Juan Alejandro Peña Palacio" userId="9bc1ebb5-3bea-4794-be41-2d309de71ac8" providerId="ADAL" clId="{1F6BE1C6-EF20-4390-9A25-15DA769F29FA}" dt="2023-03-29T14:43:24.573" v="1757" actId="1038"/>
          <ac:spMkLst>
            <pc:docMk/>
            <pc:sldMk cId="45253172" sldId="883"/>
            <ac:spMk id="2" creationId="{EA91C360-16A0-CDC7-7F65-F87758A249DF}"/>
          </ac:spMkLst>
        </pc:spChg>
        <pc:spChg chg="add mod">
          <ac:chgData name="Juan Alejandro Peña Palacio" userId="9bc1ebb5-3bea-4794-be41-2d309de71ac8" providerId="ADAL" clId="{1F6BE1C6-EF20-4390-9A25-15DA769F29FA}" dt="2023-03-29T15:55:48.715" v="2512" actId="14100"/>
          <ac:spMkLst>
            <pc:docMk/>
            <pc:sldMk cId="45253172" sldId="883"/>
            <ac:spMk id="5" creationId="{271176B8-2FBA-DD34-534D-61E520BC281E}"/>
          </ac:spMkLst>
        </pc:spChg>
        <pc:spChg chg="add mod">
          <ac:chgData name="Juan Alejandro Peña Palacio" userId="9bc1ebb5-3bea-4794-be41-2d309de71ac8" providerId="ADAL" clId="{1F6BE1C6-EF20-4390-9A25-15DA769F29FA}" dt="2023-03-29T14:49:40.172" v="1871" actId="1076"/>
          <ac:spMkLst>
            <pc:docMk/>
            <pc:sldMk cId="45253172" sldId="883"/>
            <ac:spMk id="6" creationId="{D806C0A5-3D3B-18EF-29AC-93BE8AEE0784}"/>
          </ac:spMkLst>
        </pc:spChg>
        <pc:spChg chg="add mod">
          <ac:chgData name="Juan Alejandro Peña Palacio" userId="9bc1ebb5-3bea-4794-be41-2d309de71ac8" providerId="ADAL" clId="{1F6BE1C6-EF20-4390-9A25-15DA769F29FA}" dt="2023-03-29T15:56:05.954" v="2518" actId="20577"/>
          <ac:spMkLst>
            <pc:docMk/>
            <pc:sldMk cId="45253172" sldId="883"/>
            <ac:spMk id="10" creationId="{F64F5E34-474D-7540-441E-ACC30347C61E}"/>
          </ac:spMkLst>
        </pc:spChg>
        <pc:spChg chg="del">
          <ac:chgData name="Juan Alejandro Peña Palacio" userId="9bc1ebb5-3bea-4794-be41-2d309de71ac8" providerId="ADAL" clId="{1F6BE1C6-EF20-4390-9A25-15DA769F29FA}" dt="2023-03-29T14:43:18.591" v="1696" actId="478"/>
          <ac:spMkLst>
            <pc:docMk/>
            <pc:sldMk cId="45253172" sldId="883"/>
            <ac:spMk id="16" creationId="{E05C36FD-355F-D33E-02DF-EC6B8426782E}"/>
          </ac:spMkLst>
        </pc:spChg>
        <pc:picChg chg="add del mod">
          <ac:chgData name="Juan Alejandro Peña Palacio" userId="9bc1ebb5-3bea-4794-be41-2d309de71ac8" providerId="ADAL" clId="{1F6BE1C6-EF20-4390-9A25-15DA769F29FA}" dt="2023-03-29T14:45:20.679" v="1766" actId="14100"/>
          <ac:picMkLst>
            <pc:docMk/>
            <pc:sldMk cId="45253172" sldId="883"/>
            <ac:picMk id="1026" creationId="{FD95AF65-EC88-6273-D52B-A7E07D235C0A}"/>
          </ac:picMkLst>
        </pc:picChg>
        <pc:cxnChg chg="add mod">
          <ac:chgData name="Juan Alejandro Peña Palacio" userId="9bc1ebb5-3bea-4794-be41-2d309de71ac8" providerId="ADAL" clId="{1F6BE1C6-EF20-4390-9A25-15DA769F29FA}" dt="2023-03-29T14:46:06.157" v="1800" actId="1038"/>
          <ac:cxnSpMkLst>
            <pc:docMk/>
            <pc:sldMk cId="45253172" sldId="883"/>
            <ac:cxnSpMk id="4" creationId="{ECB661B5-998B-4B1E-B934-B61D258E65E9}"/>
          </ac:cxnSpMkLst>
        </pc:cxnChg>
      </pc:sldChg>
      <pc:sldChg chg="del">
        <pc:chgData name="Juan Alejandro Peña Palacio" userId="9bc1ebb5-3bea-4794-be41-2d309de71ac8" providerId="ADAL" clId="{1F6BE1C6-EF20-4390-9A25-15DA769F29FA}" dt="2023-03-29T14:43:10.127" v="1693" actId="47"/>
        <pc:sldMkLst>
          <pc:docMk/>
          <pc:sldMk cId="1928266411" sldId="883"/>
        </pc:sldMkLst>
      </pc:sldChg>
      <pc:sldChg chg="del">
        <pc:chgData name="Juan Alejandro Peña Palacio" userId="9bc1ebb5-3bea-4794-be41-2d309de71ac8" providerId="ADAL" clId="{1F6BE1C6-EF20-4390-9A25-15DA769F29FA}" dt="2023-03-29T14:43:11.854" v="1694" actId="47"/>
        <pc:sldMkLst>
          <pc:docMk/>
          <pc:sldMk cId="223209908" sldId="884"/>
        </pc:sldMkLst>
      </pc:sldChg>
      <pc:sldChg chg="addSp delSp modSp add mod modAnim">
        <pc:chgData name="Juan Alejandro Peña Palacio" userId="9bc1ebb5-3bea-4794-be41-2d309de71ac8" providerId="ADAL" clId="{1F6BE1C6-EF20-4390-9A25-15DA769F29FA}" dt="2023-03-29T17:52:22.842" v="2574" actId="20577"/>
        <pc:sldMkLst>
          <pc:docMk/>
          <pc:sldMk cId="1847572509" sldId="884"/>
        </pc:sldMkLst>
        <pc:spChg chg="mod">
          <ac:chgData name="Juan Alejandro Peña Palacio" userId="9bc1ebb5-3bea-4794-be41-2d309de71ac8" providerId="ADAL" clId="{1F6BE1C6-EF20-4390-9A25-15DA769F29FA}" dt="2023-03-29T17:52:22.842" v="2574" actId="20577"/>
          <ac:spMkLst>
            <pc:docMk/>
            <pc:sldMk cId="1847572509" sldId="884"/>
            <ac:spMk id="2" creationId="{EA91C360-16A0-CDC7-7F65-F87758A249DF}"/>
          </ac:spMkLst>
        </pc:spChg>
        <pc:spChg chg="add mod">
          <ac:chgData name="Juan Alejandro Peña Palacio" userId="9bc1ebb5-3bea-4794-be41-2d309de71ac8" providerId="ADAL" clId="{1F6BE1C6-EF20-4390-9A25-15DA769F29FA}" dt="2023-03-29T15:58:42.755" v="2523"/>
          <ac:spMkLst>
            <pc:docMk/>
            <pc:sldMk cId="1847572509" sldId="884"/>
            <ac:spMk id="3" creationId="{DBE67933-B18F-6535-783F-DECC8970488D}"/>
          </ac:spMkLst>
        </pc:spChg>
        <pc:spChg chg="del">
          <ac:chgData name="Juan Alejandro Peña Palacio" userId="9bc1ebb5-3bea-4794-be41-2d309de71ac8" providerId="ADAL" clId="{1F6BE1C6-EF20-4390-9A25-15DA769F29FA}" dt="2023-03-29T15:58:41.803" v="2522" actId="478"/>
          <ac:spMkLst>
            <pc:docMk/>
            <pc:sldMk cId="1847572509" sldId="884"/>
            <ac:spMk id="5" creationId="{271176B8-2FBA-DD34-534D-61E520BC281E}"/>
          </ac:spMkLst>
        </pc:spChg>
      </pc:sldChg>
    </pc:docChg>
  </pc:docChgLst>
  <pc:docChgLst>
    <pc:chgData name="Juan Alejandro Peña Palacio" userId="9bc1ebb5-3bea-4794-be41-2d309de71ac8" providerId="ADAL" clId="{9A2F3497-336C-4928-A6FB-CF80BCC96E3D}"/>
    <pc:docChg chg="undo custSel addSld modSld sldOrd">
      <pc:chgData name="Juan Alejandro Peña Palacio" userId="9bc1ebb5-3bea-4794-be41-2d309de71ac8" providerId="ADAL" clId="{9A2F3497-336C-4928-A6FB-CF80BCC96E3D}" dt="2023-10-03T01:07:10.119" v="2752" actId="20577"/>
      <pc:docMkLst>
        <pc:docMk/>
      </pc:docMkLst>
      <pc:sldChg chg="modSp mod ord modAnim">
        <pc:chgData name="Juan Alejandro Peña Palacio" userId="9bc1ebb5-3bea-4794-be41-2d309de71ac8" providerId="ADAL" clId="{9A2F3497-336C-4928-A6FB-CF80BCC96E3D}" dt="2023-10-03T01:07:10.119" v="2752" actId="20577"/>
        <pc:sldMkLst>
          <pc:docMk/>
          <pc:sldMk cId="594041004" sldId="411"/>
        </pc:sldMkLst>
        <pc:spChg chg="mod">
          <ac:chgData name="Juan Alejandro Peña Palacio" userId="9bc1ebb5-3bea-4794-be41-2d309de71ac8" providerId="ADAL" clId="{9A2F3497-336C-4928-A6FB-CF80BCC96E3D}" dt="2023-10-03T01:07:10.119" v="2752" actId="20577"/>
          <ac:spMkLst>
            <pc:docMk/>
            <pc:sldMk cId="594041004" sldId="411"/>
            <ac:spMk id="16" creationId="{E05C36FD-355F-D33E-02DF-EC6B8426782E}"/>
          </ac:spMkLst>
        </pc:spChg>
      </pc:sldChg>
      <pc:sldChg chg="modSp mod">
        <pc:chgData name="Juan Alejandro Peña Palacio" userId="9bc1ebb5-3bea-4794-be41-2d309de71ac8" providerId="ADAL" clId="{9A2F3497-336C-4928-A6FB-CF80BCC96E3D}" dt="2023-10-02T00:22:41.170" v="1016" actId="20577"/>
        <pc:sldMkLst>
          <pc:docMk/>
          <pc:sldMk cId="509293575" sldId="882"/>
        </pc:sldMkLst>
        <pc:spChg chg="mod">
          <ac:chgData name="Juan Alejandro Peña Palacio" userId="9bc1ebb5-3bea-4794-be41-2d309de71ac8" providerId="ADAL" clId="{9A2F3497-336C-4928-A6FB-CF80BCC96E3D}" dt="2023-10-02T00:22:41.170" v="1016" actId="20577"/>
          <ac:spMkLst>
            <pc:docMk/>
            <pc:sldMk cId="509293575" sldId="882"/>
            <ac:spMk id="4" creationId="{5A8D3470-F6E8-3A05-1CEE-16633E13FAB0}"/>
          </ac:spMkLst>
        </pc:spChg>
        <pc:spChg chg="mod">
          <ac:chgData name="Juan Alejandro Peña Palacio" userId="9bc1ebb5-3bea-4794-be41-2d309de71ac8" providerId="ADAL" clId="{9A2F3497-336C-4928-A6FB-CF80BCC96E3D}" dt="2023-10-02T00:22:13.894" v="970" actId="20577"/>
          <ac:spMkLst>
            <pc:docMk/>
            <pc:sldMk cId="509293575" sldId="882"/>
            <ac:spMk id="15" creationId="{79DC4192-C8E0-4E1C-A7A2-C022F794C202}"/>
          </ac:spMkLst>
        </pc:spChg>
      </pc:sldChg>
      <pc:sldChg chg="modSp mod ord">
        <pc:chgData name="Juan Alejandro Peña Palacio" userId="9bc1ebb5-3bea-4794-be41-2d309de71ac8" providerId="ADAL" clId="{9A2F3497-336C-4928-A6FB-CF80BCC96E3D}" dt="2023-10-03T01:05:48.271" v="2740" actId="1038"/>
        <pc:sldMkLst>
          <pc:docMk/>
          <pc:sldMk cId="45253172" sldId="883"/>
        </pc:sldMkLst>
        <pc:spChg chg="mod">
          <ac:chgData name="Juan Alejandro Peña Palacio" userId="9bc1ebb5-3bea-4794-be41-2d309de71ac8" providerId="ADAL" clId="{9A2F3497-336C-4928-A6FB-CF80BCC96E3D}" dt="2023-10-03T01:05:00.399" v="2629" actId="1076"/>
          <ac:spMkLst>
            <pc:docMk/>
            <pc:sldMk cId="45253172" sldId="883"/>
            <ac:spMk id="2" creationId="{EA91C360-16A0-CDC7-7F65-F87758A249DF}"/>
          </ac:spMkLst>
        </pc:spChg>
        <pc:spChg chg="mod">
          <ac:chgData name="Juan Alejandro Peña Palacio" userId="9bc1ebb5-3bea-4794-be41-2d309de71ac8" providerId="ADAL" clId="{9A2F3497-336C-4928-A6FB-CF80BCC96E3D}" dt="2023-10-03T01:05:43.080" v="2736" actId="14100"/>
          <ac:spMkLst>
            <pc:docMk/>
            <pc:sldMk cId="45253172" sldId="883"/>
            <ac:spMk id="5" creationId="{271176B8-2FBA-DD34-534D-61E520BC281E}"/>
          </ac:spMkLst>
        </pc:spChg>
        <pc:spChg chg="mod">
          <ac:chgData name="Juan Alejandro Peña Palacio" userId="9bc1ebb5-3bea-4794-be41-2d309de71ac8" providerId="ADAL" clId="{9A2F3497-336C-4928-A6FB-CF80BCC96E3D}" dt="2023-10-03T01:05:22.826" v="2713" actId="20577"/>
          <ac:spMkLst>
            <pc:docMk/>
            <pc:sldMk cId="45253172" sldId="883"/>
            <ac:spMk id="4100" creationId="{00000000-0000-0000-0000-000000000000}"/>
          </ac:spMkLst>
        </pc:spChg>
        <pc:picChg chg="mod">
          <ac:chgData name="Juan Alejandro Peña Palacio" userId="9bc1ebb5-3bea-4794-be41-2d309de71ac8" providerId="ADAL" clId="{9A2F3497-336C-4928-A6FB-CF80BCC96E3D}" dt="2023-10-03T01:05:32.392" v="2734" actId="1035"/>
          <ac:picMkLst>
            <pc:docMk/>
            <pc:sldMk cId="45253172" sldId="883"/>
            <ac:picMk id="1026" creationId="{FD95AF65-EC88-6273-D52B-A7E07D235C0A}"/>
          </ac:picMkLst>
        </pc:picChg>
        <pc:cxnChg chg="mod">
          <ac:chgData name="Juan Alejandro Peña Palacio" userId="9bc1ebb5-3bea-4794-be41-2d309de71ac8" providerId="ADAL" clId="{9A2F3497-336C-4928-A6FB-CF80BCC96E3D}" dt="2023-10-03T01:05:48.271" v="2740" actId="1038"/>
          <ac:cxnSpMkLst>
            <pc:docMk/>
            <pc:sldMk cId="45253172" sldId="883"/>
            <ac:cxnSpMk id="4" creationId="{ECB661B5-998B-4B1E-B934-B61D258E65E9}"/>
          </ac:cxnSpMkLst>
        </pc:cxnChg>
      </pc:sldChg>
      <pc:sldChg chg="addSp delSp modSp mod ord modAnim">
        <pc:chgData name="Juan Alejandro Peña Palacio" userId="9bc1ebb5-3bea-4794-be41-2d309de71ac8" providerId="ADAL" clId="{9A2F3497-336C-4928-A6FB-CF80BCC96E3D}" dt="2023-10-03T01:04:27.676" v="2606" actId="478"/>
        <pc:sldMkLst>
          <pc:docMk/>
          <pc:sldMk cId="1847572509" sldId="884"/>
        </pc:sldMkLst>
        <pc:spChg chg="mod">
          <ac:chgData name="Juan Alejandro Peña Palacio" userId="9bc1ebb5-3bea-4794-be41-2d309de71ac8" providerId="ADAL" clId="{9A2F3497-336C-4928-A6FB-CF80BCC96E3D}" dt="2023-10-03T01:04:19.518" v="2604" actId="1076"/>
          <ac:spMkLst>
            <pc:docMk/>
            <pc:sldMk cId="1847572509" sldId="884"/>
            <ac:spMk id="2" creationId="{EA91C360-16A0-CDC7-7F65-F87758A249DF}"/>
          </ac:spMkLst>
        </pc:spChg>
        <pc:spChg chg="add del mod">
          <ac:chgData name="Juan Alejandro Peña Palacio" userId="9bc1ebb5-3bea-4794-be41-2d309de71ac8" providerId="ADAL" clId="{9A2F3497-336C-4928-A6FB-CF80BCC96E3D}" dt="2023-10-03T01:04:27.676" v="2606" actId="478"/>
          <ac:spMkLst>
            <pc:docMk/>
            <pc:sldMk cId="1847572509" sldId="884"/>
            <ac:spMk id="5" creationId="{7A35D116-3013-6DE6-4DB4-3ED4554DD7B4}"/>
          </ac:spMkLst>
        </pc:spChg>
      </pc:sldChg>
      <pc:sldChg chg="addSp delSp modSp add mod addAnim delAnim modAnim">
        <pc:chgData name="Juan Alejandro Peña Palacio" userId="9bc1ebb5-3bea-4794-be41-2d309de71ac8" providerId="ADAL" clId="{9A2F3497-336C-4928-A6FB-CF80BCC96E3D}" dt="2023-10-02T02:25:45.565" v="2596" actId="948"/>
        <pc:sldMkLst>
          <pc:docMk/>
          <pc:sldMk cId="2113316595" sldId="885"/>
        </pc:sldMkLst>
        <pc:spChg chg="add del mod">
          <ac:chgData name="Juan Alejandro Peña Palacio" userId="9bc1ebb5-3bea-4794-be41-2d309de71ac8" providerId="ADAL" clId="{9A2F3497-336C-4928-A6FB-CF80BCC96E3D}" dt="2023-10-02T02:21:55.958" v="2501" actId="1036"/>
          <ac:spMkLst>
            <pc:docMk/>
            <pc:sldMk cId="2113316595" sldId="885"/>
            <ac:spMk id="2" creationId="{EA91C360-16A0-CDC7-7F65-F87758A249DF}"/>
          </ac:spMkLst>
        </pc:spChg>
        <pc:spChg chg="add del mod">
          <ac:chgData name="Juan Alejandro Peña Palacio" userId="9bc1ebb5-3bea-4794-be41-2d309de71ac8" providerId="ADAL" clId="{9A2F3497-336C-4928-A6FB-CF80BCC96E3D}" dt="2023-10-02T00:07:16.117" v="13"/>
          <ac:spMkLst>
            <pc:docMk/>
            <pc:sldMk cId="2113316595" sldId="885"/>
            <ac:spMk id="3" creationId="{E593AEC3-90F4-D623-CDA6-8C1E23035063}"/>
          </ac:spMkLst>
        </pc:spChg>
        <pc:spChg chg="add del mod">
          <ac:chgData name="Juan Alejandro Peña Palacio" userId="9bc1ebb5-3bea-4794-be41-2d309de71ac8" providerId="ADAL" clId="{9A2F3497-336C-4928-A6FB-CF80BCC96E3D}" dt="2023-10-02T00:07:14.490" v="9"/>
          <ac:spMkLst>
            <pc:docMk/>
            <pc:sldMk cId="2113316595" sldId="885"/>
            <ac:spMk id="4" creationId="{BBD1DD96-F8BE-5400-768E-6AA75797EDA5}"/>
          </ac:spMkLst>
        </pc:spChg>
        <pc:spChg chg="add del mod">
          <ac:chgData name="Juan Alejandro Peña Palacio" userId="9bc1ebb5-3bea-4794-be41-2d309de71ac8" providerId="ADAL" clId="{9A2F3497-336C-4928-A6FB-CF80BCC96E3D}" dt="2023-10-02T02:21:55.958" v="2501" actId="1036"/>
          <ac:spMkLst>
            <pc:docMk/>
            <pc:sldMk cId="2113316595" sldId="885"/>
            <ac:spMk id="16" creationId="{E05C36FD-355F-D33E-02DF-EC6B8426782E}"/>
          </ac:spMkLst>
        </pc:spChg>
        <pc:spChg chg="mod">
          <ac:chgData name="Juan Alejandro Peña Palacio" userId="9bc1ebb5-3bea-4794-be41-2d309de71ac8" providerId="ADAL" clId="{9A2F3497-336C-4928-A6FB-CF80BCC96E3D}" dt="2023-10-02T02:06:13.144" v="1053" actId="20577"/>
          <ac:spMkLst>
            <pc:docMk/>
            <pc:sldMk cId="2113316595" sldId="885"/>
            <ac:spMk id="3074" creationId="{00000000-0000-0000-0000-000000000000}"/>
          </ac:spMkLst>
        </pc:spChg>
        <pc:spChg chg="mod">
          <ac:chgData name="Juan Alejandro Peña Palacio" userId="9bc1ebb5-3bea-4794-be41-2d309de71ac8" providerId="ADAL" clId="{9A2F3497-336C-4928-A6FB-CF80BCC96E3D}" dt="2023-10-02T02:25:45.565" v="2596" actId="948"/>
          <ac:spMkLst>
            <pc:docMk/>
            <pc:sldMk cId="2113316595" sldId="885"/>
            <ac:spMk id="4100" creationId="{00000000-0000-0000-0000-000000000000}"/>
          </ac:spMkLst>
        </pc:spChg>
      </pc:sldChg>
      <pc:sldChg chg="modSp modAnim">
        <pc:chgData name="Juan Alejandro Peña Palacio" userId="9bc1ebb5-3bea-4794-be41-2d309de71ac8" providerId="ADAL" clId="{9A2F3497-336C-4928-A6FB-CF80BCC96E3D}" dt="2023-10-02T00:20:31.341" v="963"/>
        <pc:sldMkLst>
          <pc:docMk/>
          <pc:sldMk cId="1959454669" sldId="886"/>
        </pc:sldMkLst>
        <pc:spChg chg="mod">
          <ac:chgData name="Juan Alejandro Peña Palacio" userId="9bc1ebb5-3bea-4794-be41-2d309de71ac8" providerId="ADAL" clId="{9A2F3497-336C-4928-A6FB-CF80BCC96E3D}" dt="2023-10-02T00:19:57.457" v="962" actId="108"/>
          <ac:spMkLst>
            <pc:docMk/>
            <pc:sldMk cId="1959454669" sldId="886"/>
            <ac:spMk id="2" creationId="{EA91C360-16A0-CDC7-7F65-F87758A249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05C23-3B74-4B7C-91D5-1875DCBD8BCB}" type="datetimeFigureOut">
              <a:rPr lang="es-CO" smtClean="0"/>
              <a:t>9/08/2025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07187-E75C-4AFA-9614-2B9B402EA7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4236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541B6C-F94C-46D0-AA2C-7137D13A24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309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CD69D-F7A8-324D-36A1-75E5A8AD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B3233DC1-896C-4318-FE8A-3046E05B2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B4D9FA0D-F1BA-3E1B-CE0D-7CB824FAC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9E661AD7-6979-E8DF-9ED6-4AE1D0240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541B6C-F94C-46D0-AA2C-7137D13A24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363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C3C71-CD66-739B-FBFA-1FE688CAF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>
            <a:extLst>
              <a:ext uri="{FF2B5EF4-FFF2-40B4-BE49-F238E27FC236}">
                <a16:creationId xmlns:a16="http://schemas.microsoft.com/office/drawing/2014/main" id="{308215D8-5098-ECE7-A802-6C2731BE5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>
            <a:extLst>
              <a:ext uri="{FF2B5EF4-FFF2-40B4-BE49-F238E27FC236}">
                <a16:creationId xmlns:a16="http://schemas.microsoft.com/office/drawing/2014/main" id="{7DCE4CAB-D103-E8BD-C07E-FDDF6783A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>
            <a:extLst>
              <a:ext uri="{FF2B5EF4-FFF2-40B4-BE49-F238E27FC236}">
                <a16:creationId xmlns:a16="http://schemas.microsoft.com/office/drawing/2014/main" id="{8AB52932-45F5-ED5F-004B-DD314A8F8E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541B6C-F94C-46D0-AA2C-7137D13A24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8597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541B6C-F94C-46D0-AA2C-7137D13A24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862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541B6C-F94C-46D0-AA2C-7137D13A24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8281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541B6C-F94C-46D0-AA2C-7137D13A24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307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541B6C-F94C-46D0-AA2C-7137D13A24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0103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541B6C-F94C-46D0-AA2C-7137D13A24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6040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82926-025C-4492-A007-36A806BCA0F4}" type="datetimeFigureOut">
              <a:rPr lang="es-ES" smtClean="0"/>
              <a:t>09/08/2025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C946-410E-4677-B1D6-226A086D2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8669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82926-025C-4492-A007-36A806BCA0F4}" type="datetimeFigureOut">
              <a:rPr lang="es-ES" smtClean="0"/>
              <a:t>09/08/2025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C946-410E-4677-B1D6-226A086D2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7444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82926-025C-4492-A007-36A806BCA0F4}" type="datetimeFigureOut">
              <a:rPr lang="es-ES" smtClean="0"/>
              <a:t>09/08/2025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C946-410E-4677-B1D6-226A086D2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9279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82926-025C-4492-A007-36A806BCA0F4}" type="datetimeFigureOut">
              <a:rPr lang="es-ES" smtClean="0"/>
              <a:t>09/08/2025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C946-410E-4677-B1D6-226A086D2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9430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82926-025C-4492-A007-36A806BCA0F4}" type="datetimeFigureOut">
              <a:rPr lang="es-ES" smtClean="0"/>
              <a:t>09/08/2025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C946-410E-4677-B1D6-226A086D2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0079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82926-025C-4492-A007-36A806BCA0F4}" type="datetimeFigureOut">
              <a:rPr lang="es-ES" smtClean="0"/>
              <a:t>09/08/2025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C946-410E-4677-B1D6-226A086D2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63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82926-025C-4492-A007-36A806BCA0F4}" type="datetimeFigureOut">
              <a:rPr lang="es-ES" smtClean="0"/>
              <a:t>09/08/2025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C946-410E-4677-B1D6-226A086D2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39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82926-025C-4492-A007-36A806BCA0F4}" type="datetimeFigureOut">
              <a:rPr lang="es-ES" smtClean="0"/>
              <a:t>09/08/2025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C946-410E-4677-B1D6-226A086D2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4318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82926-025C-4492-A007-36A806BCA0F4}" type="datetimeFigureOut">
              <a:rPr lang="es-ES" smtClean="0"/>
              <a:t>09/08/2025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C946-410E-4677-B1D6-226A086D2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6171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82926-025C-4492-A007-36A806BCA0F4}" type="datetimeFigureOut">
              <a:rPr lang="es-ES" smtClean="0"/>
              <a:t>09/08/2025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C946-410E-4677-B1D6-226A086D2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9919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82926-025C-4492-A007-36A806BCA0F4}" type="datetimeFigureOut">
              <a:rPr lang="es-ES" smtClean="0"/>
              <a:t>09/08/2025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AC946-410E-4677-B1D6-226A086D2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670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82926-025C-4492-A007-36A806BCA0F4}" type="datetimeFigureOut">
              <a:rPr lang="es-ES" smtClean="0"/>
              <a:t>09/08/2025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AC946-410E-4677-B1D6-226A086D22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941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yaorozcoz@eafit.edu.co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www.iadb.org/es/sectores/iniciativas/digital-finance-innovation/fintech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hyperlink" Target="https://rpubs.com/elfenixsoy/arbol-veronica" TargetMode="Externa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>
            <a:extLst>
              <a:ext uri="{FF2B5EF4-FFF2-40B4-BE49-F238E27FC236}">
                <a16:creationId xmlns:a16="http://schemas.microsoft.com/office/drawing/2014/main" id="{79DC4192-C8E0-4E1C-A7A2-C022F794C202}"/>
              </a:ext>
            </a:extLst>
          </p:cNvPr>
          <p:cNvSpPr txBox="1"/>
          <p:nvPr/>
        </p:nvSpPr>
        <p:spPr>
          <a:xfrm>
            <a:off x="3798607" y="1473722"/>
            <a:ext cx="8634816" cy="16531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s-E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ANALÍTICA DE NEGOCIOS</a:t>
            </a:r>
          </a:p>
          <a:p>
            <a:pPr marL="0" marR="0" lvl="0" indent="0" algn="ctr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s-ES" sz="2400" b="1" dirty="0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Árboles de Decisión</a:t>
            </a:r>
          </a:p>
          <a:p>
            <a:pPr marL="0" marR="0" lvl="0" indent="0" algn="ctr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Modelos de Preaprobación (NIIF9)</a:t>
            </a:r>
          </a:p>
          <a:p>
            <a:pPr marL="0" marR="0" lvl="0" indent="0" algn="ctr" defTabSz="914400" rtl="0" eaLnBrk="1" fontAlgn="auto" latinLnBrk="0" hangingPunct="1">
              <a:lnSpc>
                <a:spcPts val="31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endParaRPr kumimoji="0" lang="es-ES" sz="2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49E81FD3-1740-4BC2-B63E-C2DDE742DD4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Picture 2" descr="El Ágora">
              <a:extLst>
                <a:ext uri="{FF2B5EF4-FFF2-40B4-BE49-F238E27FC236}">
                  <a16:creationId xmlns:a16="http://schemas.microsoft.com/office/drawing/2014/main" id="{54B5E763-28EC-4E1E-BB2B-685A73F5E0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615"/>
            <a:stretch/>
          </p:blipFill>
          <p:spPr bwMode="auto">
            <a:xfrm>
              <a:off x="762953" y="0"/>
              <a:ext cx="2935287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BBC39F83-8AAB-47E0-8B08-A6560F249522}"/>
                </a:ext>
              </a:extLst>
            </p:cNvPr>
            <p:cNvGrpSpPr/>
            <p:nvPr/>
          </p:nvGrpSpPr>
          <p:grpSpPr>
            <a:xfrm>
              <a:off x="0" y="5577841"/>
              <a:ext cx="12192000" cy="975360"/>
              <a:chOff x="0" y="5577841"/>
              <a:chExt cx="12192000" cy="975360"/>
            </a:xfrm>
            <a:solidFill>
              <a:schemeClr val="accent1">
                <a:lumMod val="50000"/>
                <a:alpha val="56000"/>
              </a:schemeClr>
            </a:solidFill>
          </p:grpSpPr>
          <p:grpSp>
            <p:nvGrpSpPr>
              <p:cNvPr id="8" name="Grupo 7">
                <a:extLst>
                  <a:ext uri="{FF2B5EF4-FFF2-40B4-BE49-F238E27FC236}">
                    <a16:creationId xmlns:a16="http://schemas.microsoft.com/office/drawing/2014/main" id="{D1C744D7-C590-4CA6-B66C-368F73851C7D}"/>
                  </a:ext>
                </a:extLst>
              </p:cNvPr>
              <p:cNvGrpSpPr/>
              <p:nvPr/>
            </p:nvGrpSpPr>
            <p:grpSpPr>
              <a:xfrm>
                <a:off x="0" y="5577841"/>
                <a:ext cx="12192000" cy="975360"/>
                <a:chOff x="0" y="5577841"/>
                <a:chExt cx="12192000" cy="975360"/>
              </a:xfrm>
              <a:grpFill/>
            </p:grpSpPr>
            <p:sp>
              <p:nvSpPr>
                <p:cNvPr id="3" name="Rectángulo 2">
                  <a:extLst>
                    <a:ext uri="{FF2B5EF4-FFF2-40B4-BE49-F238E27FC236}">
                      <a16:creationId xmlns:a16="http://schemas.microsoft.com/office/drawing/2014/main" id="{84A1A150-9C41-47BF-8387-F724187C4769}"/>
                    </a:ext>
                  </a:extLst>
                </p:cNvPr>
                <p:cNvSpPr/>
                <p:nvPr/>
              </p:nvSpPr>
              <p:spPr>
                <a:xfrm>
                  <a:off x="0" y="5577841"/>
                  <a:ext cx="12192000" cy="97536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pic>
              <p:nvPicPr>
                <p:cNvPr id="1026" name="Picture 2" descr="Inspira Crea Transforma - EAFIT - Universidad EAFIT">
                  <a:extLst>
                    <a:ext uri="{FF2B5EF4-FFF2-40B4-BE49-F238E27FC236}">
                      <a16:creationId xmlns:a16="http://schemas.microsoft.com/office/drawing/2014/main" id="{57DBA592-AE9E-4A21-8F16-3FFC3E6D654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670" t="21226" r="19199" b="14257"/>
                <a:stretch/>
              </p:blipFill>
              <p:spPr bwMode="auto">
                <a:xfrm>
                  <a:off x="4571999" y="5655894"/>
                  <a:ext cx="1956618" cy="819254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</p:grpSp>
          <p:cxnSp>
            <p:nvCxnSpPr>
              <p:cNvPr id="6" name="Conector recto 5">
                <a:extLst>
                  <a:ext uri="{FF2B5EF4-FFF2-40B4-BE49-F238E27FC236}">
                    <a16:creationId xmlns:a16="http://schemas.microsoft.com/office/drawing/2014/main" id="{4C230D90-0E3A-4585-BE35-14B82B81BE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23587" y="5692877"/>
                <a:ext cx="0" cy="782271"/>
              </a:xfrm>
              <a:prstGeom prst="lin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5F35A723-201C-4C5A-AC89-78CAE5BDF041}"/>
                  </a:ext>
                </a:extLst>
              </p:cNvPr>
              <p:cNvSpPr/>
              <p:nvPr/>
            </p:nvSpPr>
            <p:spPr>
              <a:xfrm>
                <a:off x="7306745" y="5655894"/>
                <a:ext cx="2397762" cy="43606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O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www.eafit.edu.co</a:t>
                </a: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773BA0F6-276B-4F12-9E7E-B3EE8DE12598}"/>
                </a:ext>
              </a:extLst>
            </p:cNvPr>
            <p:cNvSpPr/>
            <p:nvPr/>
          </p:nvSpPr>
          <p:spPr>
            <a:xfrm>
              <a:off x="3865389" y="0"/>
              <a:ext cx="175670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7813DD0E-AEBF-49D9-A842-F590FD859655}"/>
                </a:ext>
              </a:extLst>
            </p:cNvPr>
            <p:cNvSpPr/>
            <p:nvPr/>
          </p:nvSpPr>
          <p:spPr>
            <a:xfrm>
              <a:off x="439803" y="0"/>
              <a:ext cx="175670" cy="6858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641C796-2331-4098-8B20-9BF099EEDA03}"/>
              </a:ext>
            </a:extLst>
          </p:cNvPr>
          <p:cNvSpPr/>
          <p:nvPr/>
        </p:nvSpPr>
        <p:spPr>
          <a:xfrm>
            <a:off x="7562776" y="6084012"/>
            <a:ext cx="3945647" cy="436060"/>
          </a:xfrm>
          <a:prstGeom prst="rect">
            <a:avLst/>
          </a:prstGeom>
          <a:solidFill>
            <a:schemeClr val="accent1">
              <a:lumMod val="50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rial" panose="020B0604020202020204" pitchFamily="34" charset="0"/>
              </a:rPr>
              <a:t>INSPIRA CREA TRANSFORMA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0" name="Imagen 19">
            <a:hlinkClick r:id="rId4"/>
            <a:extLst>
              <a:ext uri="{FF2B5EF4-FFF2-40B4-BE49-F238E27FC236}">
                <a16:creationId xmlns:a16="http://schemas.microsoft.com/office/drawing/2014/main" id="{44C775D2-90D6-4660-BBC7-DA8F43FC4E4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827" t="48320" r="30242" b="23584"/>
          <a:stretch/>
        </p:blipFill>
        <p:spPr>
          <a:xfrm>
            <a:off x="925451" y="4435376"/>
            <a:ext cx="2568356" cy="101647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07C3B92-53BC-369D-C439-04056F156F1F}"/>
              </a:ext>
            </a:extLst>
          </p:cNvPr>
          <p:cNvSpPr txBox="1"/>
          <p:nvPr/>
        </p:nvSpPr>
        <p:spPr>
          <a:xfrm>
            <a:off x="4148920" y="3650201"/>
            <a:ext cx="7820167" cy="1138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1" dirty="0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Yeison Orozco-Zuluaga (</a:t>
            </a:r>
            <a:r>
              <a:rPr lang="es-ES" b="1" dirty="0" err="1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MEng</a:t>
            </a:r>
            <a:r>
              <a:rPr lang="es-ES" b="1" dirty="0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Analítica de Datos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  <a:hlinkClick r:id="rId6"/>
              </a:rPr>
              <a:t>yaorozcoz@eafit.edu.co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Escuela de Administración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293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ángulo 2"/>
          <p:cNvSpPr>
            <a:spLocks noGrp="1" noChangeArrowheads="1"/>
          </p:cNvSpPr>
          <p:nvPr>
            <p:ph type="body" idx="1"/>
          </p:nvPr>
        </p:nvSpPr>
        <p:spPr>
          <a:xfrm>
            <a:off x="74391" y="0"/>
            <a:ext cx="10028254" cy="6858000"/>
          </a:xfrm>
        </p:spPr>
        <p:txBody>
          <a:bodyPr/>
          <a:lstStyle/>
          <a:p>
            <a:pPr marL="609600" indent="-609600" eaLnBrk="1" hangingPunct="1">
              <a:buClr>
                <a:schemeClr val="hlink"/>
              </a:buClr>
              <a:buNone/>
            </a:pPr>
            <a:r>
              <a:rPr lang="es-ES" sz="2400" b="1" dirty="0">
                <a:solidFill>
                  <a:srgbClr val="003399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Árboles de Decisión</a:t>
            </a:r>
            <a:endParaRPr lang="es-ES" sz="2000" b="1" dirty="0">
              <a:solidFill>
                <a:srgbClr val="003399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7" name="Picture 2" descr="1 Árboles de regresión | Modelos Predictivos">
            <a:extLst>
              <a:ext uri="{FF2B5EF4-FFF2-40B4-BE49-F238E27FC236}">
                <a16:creationId xmlns:a16="http://schemas.microsoft.com/office/drawing/2014/main" id="{30BA65E8-D612-164F-4403-813700CFB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354" y="676516"/>
            <a:ext cx="6495845" cy="501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04E5C0CF-35F9-C56B-3CC0-B421FB2E7F0B}"/>
              </a:ext>
            </a:extLst>
          </p:cNvPr>
          <p:cNvGrpSpPr/>
          <p:nvPr/>
        </p:nvGrpSpPr>
        <p:grpSpPr>
          <a:xfrm>
            <a:off x="10283825" y="0"/>
            <a:ext cx="1908175" cy="6858000"/>
            <a:chOff x="10283825" y="0"/>
            <a:chExt cx="1908175" cy="6858000"/>
          </a:xfrm>
        </p:grpSpPr>
        <p:sp>
          <p:nvSpPr>
            <p:cNvPr id="18" name="Cuadro de texto 9">
              <a:extLst>
                <a:ext uri="{FF2B5EF4-FFF2-40B4-BE49-F238E27FC236}">
                  <a16:creationId xmlns:a16="http://schemas.microsoft.com/office/drawing/2014/main" id="{B6AE5332-21EE-B671-9810-ED297AF5F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3825" y="0"/>
              <a:ext cx="1908175" cy="6858000"/>
            </a:xfrm>
            <a:prstGeom prst="rect">
              <a:avLst/>
            </a:prstGeom>
            <a:solidFill>
              <a:srgbClr val="4472C4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Clasificación con Árboles de Decisión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Contenido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Ejemplos de </a:t>
              </a: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Caso de estudio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Metodología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Implemen</a:t>
              </a:r>
              <a:r>
                <a:rPr lang="es-ES" sz="1000" kern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tación</a:t>
              </a: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en Excel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Construcción de un árbol de decisión.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8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Referencias</a:t>
              </a:r>
              <a:endPara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" name="Picture 2" descr="El Ágora">
              <a:extLst>
                <a:ext uri="{FF2B5EF4-FFF2-40B4-BE49-F238E27FC236}">
                  <a16:creationId xmlns:a16="http://schemas.microsoft.com/office/drawing/2014/main" id="{8470BA97-63DC-5CFE-E151-B1BFEE33C5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200" r="71615" b="38696"/>
            <a:stretch/>
          </p:blipFill>
          <p:spPr bwMode="auto">
            <a:xfrm>
              <a:off x="10588327" y="879000"/>
              <a:ext cx="1299169" cy="13690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614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D02B7-D090-B598-0751-A46BEEE01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ángulo 2">
            <a:extLst>
              <a:ext uri="{FF2B5EF4-FFF2-40B4-BE49-F238E27FC236}">
                <a16:creationId xmlns:a16="http://schemas.microsoft.com/office/drawing/2014/main" id="{4E03FE8E-194B-66E3-4593-30E978525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391" y="0"/>
            <a:ext cx="10028254" cy="6858000"/>
          </a:xfrm>
        </p:spPr>
        <p:txBody>
          <a:bodyPr/>
          <a:lstStyle/>
          <a:p>
            <a:pPr marL="609600" indent="-609600" eaLnBrk="1" hangingPunct="1">
              <a:buClr>
                <a:schemeClr val="hlink"/>
              </a:buClr>
              <a:buNone/>
            </a:pPr>
            <a:r>
              <a:rPr lang="es-ES" sz="2400" b="1" dirty="0">
                <a:solidFill>
                  <a:srgbClr val="003399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Árboles de Decisión</a:t>
            </a:r>
            <a:endParaRPr lang="es-ES" sz="2000" b="1" dirty="0">
              <a:solidFill>
                <a:srgbClr val="003399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DD3902F-DE39-31AF-F2A3-4DF79DC28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34" y="731520"/>
            <a:ext cx="8631936" cy="539496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C9238CE5-FD4C-B13E-5312-1AB85DE09C8D}"/>
              </a:ext>
            </a:extLst>
          </p:cNvPr>
          <p:cNvGrpSpPr/>
          <p:nvPr/>
        </p:nvGrpSpPr>
        <p:grpSpPr>
          <a:xfrm>
            <a:off x="10283825" y="0"/>
            <a:ext cx="1908175" cy="6858000"/>
            <a:chOff x="10283825" y="0"/>
            <a:chExt cx="1908175" cy="6858000"/>
          </a:xfrm>
        </p:grpSpPr>
        <p:sp>
          <p:nvSpPr>
            <p:cNvPr id="18" name="Cuadro de texto 9">
              <a:extLst>
                <a:ext uri="{FF2B5EF4-FFF2-40B4-BE49-F238E27FC236}">
                  <a16:creationId xmlns:a16="http://schemas.microsoft.com/office/drawing/2014/main" id="{6A08268B-2739-04F1-57FA-B36D9B8AC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3825" y="0"/>
              <a:ext cx="1908175" cy="6858000"/>
            </a:xfrm>
            <a:prstGeom prst="rect">
              <a:avLst/>
            </a:prstGeom>
            <a:solidFill>
              <a:srgbClr val="4472C4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Clasificación con Árboles de Decisión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Contenido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Ejemplos de </a:t>
              </a: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Caso de estudio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Metodología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Implemen</a:t>
              </a:r>
              <a:r>
                <a:rPr lang="es-ES" sz="1000" kern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tación</a:t>
              </a: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en Excel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Construcción de un árbol de decisión.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8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Referencias</a:t>
              </a:r>
              <a:endPara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" name="Picture 2" descr="El Ágora">
              <a:extLst>
                <a:ext uri="{FF2B5EF4-FFF2-40B4-BE49-F238E27FC236}">
                  <a16:creationId xmlns:a16="http://schemas.microsoft.com/office/drawing/2014/main" id="{9C773F66-4135-75CA-5A59-D0B3F22A97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200" r="71615" b="38696"/>
            <a:stretch/>
          </p:blipFill>
          <p:spPr bwMode="auto">
            <a:xfrm>
              <a:off x="10588327" y="879000"/>
              <a:ext cx="1299169" cy="13690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4065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7CF3-EF6C-2F57-FEBD-9C7B6C8F4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ángulo 2">
            <a:extLst>
              <a:ext uri="{FF2B5EF4-FFF2-40B4-BE49-F238E27FC236}">
                <a16:creationId xmlns:a16="http://schemas.microsoft.com/office/drawing/2014/main" id="{A615B25D-C1C6-38F6-2C45-C3D9B053F3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391" y="0"/>
            <a:ext cx="10028254" cy="6858000"/>
          </a:xfrm>
        </p:spPr>
        <p:txBody>
          <a:bodyPr/>
          <a:lstStyle/>
          <a:p>
            <a:pPr marL="609600" indent="-609600" eaLnBrk="1" hangingPunct="1">
              <a:buClr>
                <a:schemeClr val="hlink"/>
              </a:buClr>
              <a:buNone/>
            </a:pPr>
            <a:r>
              <a:rPr lang="es-ES" sz="2400" b="1" dirty="0">
                <a:solidFill>
                  <a:srgbClr val="003399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Árboles de Decisión</a:t>
            </a:r>
            <a:endParaRPr lang="es-ES" sz="2000" b="1" dirty="0">
              <a:solidFill>
                <a:srgbClr val="003399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79DEEA53-15D6-959A-4387-14675493E1AD}"/>
              </a:ext>
            </a:extLst>
          </p:cNvPr>
          <p:cNvGrpSpPr/>
          <p:nvPr/>
        </p:nvGrpSpPr>
        <p:grpSpPr>
          <a:xfrm>
            <a:off x="1214486" y="678180"/>
            <a:ext cx="7344298" cy="5501640"/>
            <a:chOff x="4343400" y="1950434"/>
            <a:chExt cx="5849835" cy="4839833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5770D67-FD16-F788-4196-38F72A95B1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rcRect b="1203"/>
            <a:stretch/>
          </p:blipFill>
          <p:spPr>
            <a:xfrm>
              <a:off x="4343400" y="1950434"/>
              <a:ext cx="5849835" cy="4486770"/>
            </a:xfrm>
            <a:prstGeom prst="rect">
              <a:avLst/>
            </a:prstGeom>
          </p:spPr>
        </p:pic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6B648751-2CF1-E9F6-40F3-6E916A2D387E}"/>
                </a:ext>
              </a:extLst>
            </p:cNvPr>
            <p:cNvSpPr/>
            <p:nvPr/>
          </p:nvSpPr>
          <p:spPr>
            <a:xfrm>
              <a:off x="4343400" y="6527800"/>
              <a:ext cx="5849835" cy="26246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200" dirty="0" err="1">
                  <a:solidFill>
                    <a:srgbClr val="003399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Tomado</a:t>
              </a:r>
              <a:r>
                <a:rPr lang="en-GB" sz="1200" dirty="0">
                  <a:solidFill>
                    <a:srgbClr val="003399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de:</a:t>
              </a:r>
              <a:r>
                <a:rPr lang="en-GB" sz="1200" dirty="0">
                  <a:solidFill>
                    <a:srgbClr val="009999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https://rpubs.com/elfenixsoy/arbol-veronica</a:t>
              </a:r>
              <a:r>
                <a:rPr lang="en-GB" sz="1200" dirty="0"/>
                <a:t> 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52ADE818-865A-B25D-AEA7-D4E33D3F902B}"/>
              </a:ext>
            </a:extLst>
          </p:cNvPr>
          <p:cNvGrpSpPr/>
          <p:nvPr/>
        </p:nvGrpSpPr>
        <p:grpSpPr>
          <a:xfrm>
            <a:off x="10283825" y="0"/>
            <a:ext cx="1908175" cy="6858000"/>
            <a:chOff x="10283825" y="0"/>
            <a:chExt cx="1908175" cy="6858000"/>
          </a:xfrm>
        </p:grpSpPr>
        <p:sp>
          <p:nvSpPr>
            <p:cNvPr id="19" name="Cuadro de texto 9">
              <a:extLst>
                <a:ext uri="{FF2B5EF4-FFF2-40B4-BE49-F238E27FC236}">
                  <a16:creationId xmlns:a16="http://schemas.microsoft.com/office/drawing/2014/main" id="{56A250F3-E76E-1C74-77D9-E5E41DD467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3825" y="0"/>
              <a:ext cx="1908175" cy="6858000"/>
            </a:xfrm>
            <a:prstGeom prst="rect">
              <a:avLst/>
            </a:prstGeom>
            <a:solidFill>
              <a:srgbClr val="4472C4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Clasificación con Árboles de Decisión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Contenido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Ejemplos de </a:t>
              </a: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Caso de estudio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Metodología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Implemen</a:t>
              </a:r>
              <a:r>
                <a:rPr lang="es-ES" sz="1000" kern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tación</a:t>
              </a: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en Excel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Construcción de un árbol de decisión.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8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Referencias</a:t>
              </a:r>
              <a:endPara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0" name="Picture 2" descr="El Ágora">
              <a:extLst>
                <a:ext uri="{FF2B5EF4-FFF2-40B4-BE49-F238E27FC236}">
                  <a16:creationId xmlns:a16="http://schemas.microsoft.com/office/drawing/2014/main" id="{1BDE1209-4539-828B-F188-C7723663EC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200" r="71615" b="38696"/>
            <a:stretch/>
          </p:blipFill>
          <p:spPr bwMode="auto">
            <a:xfrm>
              <a:off x="10588327" y="879000"/>
              <a:ext cx="1299169" cy="13690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3007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ángulo 2"/>
          <p:cNvSpPr>
            <a:spLocks noGrp="1" noChangeArrowheads="1"/>
          </p:cNvSpPr>
          <p:nvPr>
            <p:ph type="body" idx="1"/>
          </p:nvPr>
        </p:nvSpPr>
        <p:spPr>
          <a:xfrm>
            <a:off x="74391" y="0"/>
            <a:ext cx="10028254" cy="6858000"/>
          </a:xfrm>
        </p:spPr>
        <p:txBody>
          <a:bodyPr/>
          <a:lstStyle/>
          <a:p>
            <a:pPr marL="609600" indent="-609600" eaLnBrk="1" hangingPunct="1">
              <a:buClr>
                <a:schemeClr val="hlink"/>
              </a:buClr>
              <a:buNone/>
            </a:pPr>
            <a:r>
              <a:rPr lang="es-ES" sz="2400" b="1" dirty="0">
                <a:solidFill>
                  <a:srgbClr val="003399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Árboles de Decisión</a:t>
            </a:r>
            <a:endParaRPr lang="es-ES" sz="2000" b="1" dirty="0">
              <a:solidFill>
                <a:srgbClr val="003399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4751FFE9-BADB-F874-962C-5195E6F65739}"/>
                  </a:ext>
                </a:extLst>
              </p:cNvPr>
              <p:cNvSpPr/>
              <p:nvPr/>
            </p:nvSpPr>
            <p:spPr>
              <a:xfrm>
                <a:off x="496111" y="879000"/>
                <a:ext cx="9483210" cy="573580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marL="285750" indent="-285750" algn="just"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es-ES" dirty="0">
                    <a:solidFill>
                      <a:srgbClr val="333333"/>
                    </a:solidFill>
                    <a:latin typeface="Helvetica Neue"/>
                  </a:rPr>
                  <a:t>Los </a:t>
                </a:r>
                <a:r>
                  <a:rPr lang="es-ES" i="1" dirty="0">
                    <a:solidFill>
                      <a:srgbClr val="003399"/>
                    </a:solidFill>
                    <a:latin typeface="Helvetica Neue"/>
                  </a:rPr>
                  <a:t>Árboles de Decisión </a:t>
                </a:r>
                <a:r>
                  <a:rPr lang="es-ES" dirty="0">
                    <a:solidFill>
                      <a:srgbClr val="333333"/>
                    </a:solidFill>
                    <a:latin typeface="Helvetica Neue"/>
                  </a:rPr>
                  <a:t>son modelos por </a:t>
                </a:r>
                <a:r>
                  <a:rPr lang="es-ES" i="1" dirty="0">
                    <a:solidFill>
                      <a:srgbClr val="003399"/>
                    </a:solidFill>
                    <a:latin typeface="Helvetica Neue"/>
                  </a:rPr>
                  <a:t>aprendizaje supervisado </a:t>
                </a:r>
                <a:r>
                  <a:rPr lang="es-ES" dirty="0">
                    <a:solidFill>
                      <a:srgbClr val="333333"/>
                    </a:solidFill>
                    <a:latin typeface="Helvetica Neue"/>
                  </a:rPr>
                  <a:t>que, permiten la predicción de una variable de referencia. </a:t>
                </a:r>
              </a:p>
              <a:p>
                <a:pPr marL="285750" indent="-285750" algn="just"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es-ES" b="0" i="0" dirty="0">
                    <a:solidFill>
                      <a:srgbClr val="333333"/>
                    </a:solidFill>
                    <a:effectLst/>
                    <a:latin typeface="Helvetica Neue"/>
                  </a:rPr>
                  <a:t>Los </a:t>
                </a:r>
                <a:r>
                  <a:rPr lang="es-ES" i="1" dirty="0">
                    <a:solidFill>
                      <a:srgbClr val="003399"/>
                    </a:solidFill>
                    <a:latin typeface="Helvetica Neue"/>
                  </a:rPr>
                  <a:t>Árboles de Decisión </a:t>
                </a:r>
                <a:r>
                  <a:rPr lang="es-ES" b="0" i="0" dirty="0">
                    <a:solidFill>
                      <a:srgbClr val="333333"/>
                    </a:solidFill>
                    <a:effectLst/>
                    <a:latin typeface="Helvetica Neue"/>
                  </a:rPr>
                  <a:t>arrojan como resultado una serie de </a:t>
                </a:r>
                <a:r>
                  <a:rPr lang="es-ES" i="1" dirty="0">
                    <a:solidFill>
                      <a:srgbClr val="003399"/>
                    </a:solidFill>
                    <a:latin typeface="Helvetica Neue"/>
                  </a:rPr>
                  <a:t>reglas de decisión </a:t>
                </a:r>
                <a:r>
                  <a:rPr lang="es-ES" b="0" i="0" dirty="0">
                    <a:solidFill>
                      <a:srgbClr val="333333"/>
                    </a:solidFill>
                    <a:effectLst/>
                    <a:latin typeface="Helvetica Neue"/>
                  </a:rPr>
                  <a:t>inferidas a partir de la estructura de las variables de entrada al modelo. </a:t>
                </a:r>
              </a:p>
              <a:p>
                <a:pPr marL="285750" indent="-285750" algn="just"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es-ES" dirty="0">
                    <a:solidFill>
                      <a:srgbClr val="333333"/>
                    </a:solidFill>
                    <a:latin typeface="Helvetica Neue"/>
                  </a:rPr>
                  <a:t>Si la variable de referencia es una </a:t>
                </a:r>
                <a:r>
                  <a:rPr lang="es-ES" i="1" dirty="0">
                    <a:solidFill>
                      <a:srgbClr val="003399"/>
                    </a:solidFill>
                    <a:latin typeface="Helvetica Neue"/>
                  </a:rPr>
                  <a:t>variable categórica </a:t>
                </a:r>
                <a:r>
                  <a:rPr lang="es-ES" dirty="0">
                    <a:solidFill>
                      <a:srgbClr val="333333"/>
                    </a:solidFill>
                    <a:latin typeface="Helvetica Neue"/>
                  </a:rPr>
                  <a:t>(bivariada, niveles), se dice que el Árbol de Decisión es de </a:t>
                </a:r>
                <a:r>
                  <a:rPr lang="es-ES" i="1" dirty="0">
                    <a:solidFill>
                      <a:srgbClr val="003399"/>
                    </a:solidFill>
                    <a:latin typeface="Helvetica Neue"/>
                  </a:rPr>
                  <a:t>Clasificación</a:t>
                </a:r>
                <a:r>
                  <a:rPr lang="es-ES" dirty="0">
                    <a:solidFill>
                      <a:srgbClr val="333333"/>
                    </a:solidFill>
                    <a:latin typeface="Helvetica Neue"/>
                  </a:rPr>
                  <a:t>, y si la variable de referencia es número, se conoce como </a:t>
                </a:r>
                <a:r>
                  <a:rPr lang="es-ES" i="1" dirty="0">
                    <a:solidFill>
                      <a:srgbClr val="003399"/>
                    </a:solidFill>
                    <a:latin typeface="Helvetica Neue"/>
                  </a:rPr>
                  <a:t>Árbol de Regresión</a:t>
                </a:r>
                <a:r>
                  <a:rPr lang="es-ES" dirty="0">
                    <a:solidFill>
                      <a:srgbClr val="333333"/>
                    </a:solidFill>
                    <a:latin typeface="Helvetica Neue"/>
                  </a:rPr>
                  <a:t>. </a:t>
                </a:r>
              </a:p>
              <a:p>
                <a:pPr marL="285750" indent="-285750" algn="just">
                  <a:spcAft>
                    <a:spcPts val="600"/>
                  </a:spcAft>
                  <a:buFont typeface="Wingdings" panose="05000000000000000000" pitchFamily="2" charset="2"/>
                  <a:buChar char="ü"/>
                </a:pPr>
                <a:r>
                  <a:rPr lang="es-ES" dirty="0">
                    <a:solidFill>
                      <a:srgbClr val="333333"/>
                    </a:solidFill>
                    <a:latin typeface="Helvetica Neue"/>
                  </a:rPr>
                  <a:t>La </a:t>
                </a:r>
                <a:r>
                  <a:rPr lang="es-ES" i="1" dirty="0">
                    <a:solidFill>
                      <a:srgbClr val="003399"/>
                    </a:solidFill>
                    <a:latin typeface="Helvetica Neue"/>
                  </a:rPr>
                  <a:t>estructura general </a:t>
                </a:r>
                <a:r>
                  <a:rPr lang="es-ES" dirty="0">
                    <a:solidFill>
                      <a:srgbClr val="333333"/>
                    </a:solidFill>
                    <a:latin typeface="Helvetica Neue"/>
                  </a:rPr>
                  <a:t>de un árbol de decisión se describe de la siguiente manera:</a:t>
                </a:r>
              </a:p>
              <a:p>
                <a:pPr marL="742950" lvl="1" indent="-285750" algn="just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s-ES" dirty="0">
                    <a:solidFill>
                      <a:srgbClr val="333333"/>
                    </a:solidFill>
                    <a:latin typeface="Helvetica Neue"/>
                  </a:rPr>
                  <a:t>Para la creación de cada uno de los nodos del árbol, se utiliza el </a:t>
                </a:r>
                <a:r>
                  <a:rPr lang="es-ES" i="1" dirty="0" err="1">
                    <a:solidFill>
                      <a:srgbClr val="003399"/>
                    </a:solidFill>
                    <a:latin typeface="Helvetica Neue"/>
                  </a:rPr>
                  <a:t>Indice</a:t>
                </a:r>
                <a:r>
                  <a:rPr lang="es-ES" i="1" dirty="0">
                    <a:solidFill>
                      <a:srgbClr val="003399"/>
                    </a:solidFill>
                    <a:latin typeface="Helvetica Neue"/>
                  </a:rPr>
                  <a:t> Gini</a:t>
                </a:r>
                <a:r>
                  <a:rPr lang="es-ES" dirty="0">
                    <a:solidFill>
                      <a:srgbClr val="333333"/>
                    </a:solidFill>
                    <a:latin typeface="Helvetica Neue"/>
                  </a:rPr>
                  <a:t>:</a:t>
                </a: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𝑃𝑟𝑒𝐴𝑝𝑟</m:t>
                              </m:r>
                            </m:e>
                          </m:d>
                        </m:e>
                        <m: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𝑃𝑟𝑒𝑁𝑒𝑔</m:t>
                              </m:r>
                            </m:e>
                          </m:d>
                        </m:e>
                        <m:sup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742950" lvl="1" indent="-285750" algn="just">
                  <a:spcAft>
                    <a:spcPts val="300"/>
                  </a:spcAft>
                  <a:buFont typeface="Wingdings" panose="05000000000000000000" pitchFamily="2" charset="2"/>
                  <a:buChar char="§"/>
                </a:pPr>
                <a:r>
                  <a:rPr lang="es-ES" sz="1700" dirty="0"/>
                  <a:t>Se espera que este valor tomé valores cercanos a cero. </a:t>
                </a:r>
              </a:p>
              <a:p>
                <a:pPr marL="742950" lvl="1" indent="-285750" algn="just">
                  <a:spcAft>
                    <a:spcPts val="300"/>
                  </a:spcAft>
                  <a:buFont typeface="Wingdings" panose="05000000000000000000" pitchFamily="2" charset="2"/>
                  <a:buChar char="§"/>
                </a:pPr>
                <a:r>
                  <a:rPr lang="es-ES" sz="1700" dirty="0"/>
                  <a:t>Cuando el valor se acerca a cero en la clasificación, se dice que la clasificación del árbol es pura. </a:t>
                </a:r>
              </a:p>
              <a:p>
                <a:pPr marL="742950" lvl="1" indent="-285750" algn="just">
                  <a:spcAft>
                    <a:spcPts val="300"/>
                  </a:spcAft>
                  <a:buFont typeface="Wingdings" panose="05000000000000000000" pitchFamily="2" charset="2"/>
                  <a:buChar char="§"/>
                </a:pPr>
                <a:r>
                  <a:rPr lang="es-ES" i="1" dirty="0">
                    <a:solidFill>
                      <a:srgbClr val="003399"/>
                    </a:solidFill>
                    <a:latin typeface="Helvetica Neue"/>
                  </a:rPr>
                  <a:t>El I-Gini </a:t>
                </a:r>
                <a:r>
                  <a:rPr lang="es-ES" sz="1700" dirty="0"/>
                  <a:t>está determinado por el número de créditos preaprobados y </a:t>
                </a:r>
                <a:r>
                  <a:rPr lang="es-ES" sz="1700" dirty="0" err="1"/>
                  <a:t>prenegados</a:t>
                </a:r>
                <a:r>
                  <a:rPr lang="es-ES" sz="1700" dirty="0"/>
                  <a:t> que posee un nodo del árbol. </a:t>
                </a:r>
              </a:p>
              <a:p>
                <a:pPr marL="742950" lvl="1" indent="-285750" algn="just">
                  <a:spcAft>
                    <a:spcPts val="300"/>
                  </a:spcAft>
                  <a:buFont typeface="Wingdings" panose="05000000000000000000" pitchFamily="2" charset="2"/>
                  <a:buChar char="§"/>
                </a:pPr>
                <a:r>
                  <a:rPr lang="es-ES" sz="1700" dirty="0"/>
                  <a:t>Uno de los métodos más conocidos para la creación de árboles binaries, es el método CART (</a:t>
                </a:r>
                <a:r>
                  <a:rPr lang="es-ES" sz="1700" dirty="0" err="1"/>
                  <a:t>Classification</a:t>
                </a:r>
                <a:r>
                  <a:rPr lang="es-ES" sz="1700" dirty="0"/>
                  <a:t> and </a:t>
                </a:r>
                <a:r>
                  <a:rPr lang="es-ES" sz="1700" dirty="0" err="1"/>
                  <a:t>Regression</a:t>
                </a:r>
                <a:r>
                  <a:rPr lang="es-ES" sz="1700" dirty="0"/>
                  <a:t> </a:t>
                </a:r>
                <a:r>
                  <a:rPr lang="es-ES" sz="1700" dirty="0" err="1"/>
                  <a:t>Trees</a:t>
                </a:r>
                <a:r>
                  <a:rPr lang="es-ES" sz="1700" dirty="0"/>
                  <a:t>).</a:t>
                </a:r>
              </a:p>
            </p:txBody>
          </p:sp>
        </mc:Choice>
        <mc:Fallback xmlns="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4751FFE9-BADB-F874-962C-5195E6F657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11" y="879000"/>
                <a:ext cx="9483210" cy="5735809"/>
              </a:xfrm>
              <a:prstGeom prst="rect">
                <a:avLst/>
              </a:prstGeom>
              <a:blipFill>
                <a:blip r:embed="rId4"/>
                <a:stretch>
                  <a:fillRect l="-386" t="-531" r="-5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upo 17">
            <a:extLst>
              <a:ext uri="{FF2B5EF4-FFF2-40B4-BE49-F238E27FC236}">
                <a16:creationId xmlns:a16="http://schemas.microsoft.com/office/drawing/2014/main" id="{37D5A5ED-33E3-0C38-DA4F-907740EA6E7F}"/>
              </a:ext>
            </a:extLst>
          </p:cNvPr>
          <p:cNvGrpSpPr/>
          <p:nvPr/>
        </p:nvGrpSpPr>
        <p:grpSpPr>
          <a:xfrm>
            <a:off x="10283825" y="0"/>
            <a:ext cx="1908175" cy="6858000"/>
            <a:chOff x="10283825" y="0"/>
            <a:chExt cx="1908175" cy="6858000"/>
          </a:xfrm>
        </p:grpSpPr>
        <p:sp>
          <p:nvSpPr>
            <p:cNvPr id="19" name="Cuadro de texto 9">
              <a:extLst>
                <a:ext uri="{FF2B5EF4-FFF2-40B4-BE49-F238E27FC236}">
                  <a16:creationId xmlns:a16="http://schemas.microsoft.com/office/drawing/2014/main" id="{5B1D207F-12D1-6258-6495-9F7B3002E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3825" y="0"/>
              <a:ext cx="1908175" cy="6858000"/>
            </a:xfrm>
            <a:prstGeom prst="rect">
              <a:avLst/>
            </a:prstGeom>
            <a:solidFill>
              <a:srgbClr val="4472C4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Clasificación con Árboles de Decisión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Contenido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Ejemplos de </a:t>
              </a: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Caso de estudio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Metodología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Implemen</a:t>
              </a:r>
              <a:r>
                <a:rPr lang="es-ES" sz="1000" kern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tación</a:t>
              </a: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en Excel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Construcción de un árbol de decisión.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8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Referencias</a:t>
              </a:r>
              <a:endPara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0" name="Picture 2" descr="El Ágora">
              <a:extLst>
                <a:ext uri="{FF2B5EF4-FFF2-40B4-BE49-F238E27FC236}">
                  <a16:creationId xmlns:a16="http://schemas.microsoft.com/office/drawing/2014/main" id="{E852BD62-5B78-E938-E336-BB60AC4CA4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200" r="71615" b="38696"/>
            <a:stretch/>
          </p:blipFill>
          <p:spPr bwMode="auto">
            <a:xfrm>
              <a:off x="10588327" y="879000"/>
              <a:ext cx="1299169" cy="13690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3142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ángulo 2"/>
          <p:cNvSpPr>
            <a:spLocks noGrp="1" noChangeArrowheads="1"/>
          </p:cNvSpPr>
          <p:nvPr>
            <p:ph type="body" idx="1"/>
          </p:nvPr>
        </p:nvSpPr>
        <p:spPr>
          <a:xfrm>
            <a:off x="74391" y="0"/>
            <a:ext cx="10028254" cy="6858000"/>
          </a:xfrm>
        </p:spPr>
        <p:txBody>
          <a:bodyPr/>
          <a:lstStyle/>
          <a:p>
            <a:pPr marL="609600" indent="-609600" eaLnBrk="1" hangingPunct="1">
              <a:buClr>
                <a:schemeClr val="hlink"/>
              </a:buClr>
              <a:buNone/>
            </a:pPr>
            <a:r>
              <a:rPr lang="es-ES" sz="2400" b="1" dirty="0">
                <a:solidFill>
                  <a:srgbClr val="003399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Análisis Exploratorio de los Datos</a:t>
            </a:r>
            <a:endParaRPr lang="es-ES" sz="2000" b="1" dirty="0">
              <a:solidFill>
                <a:srgbClr val="003399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graphicFrame>
        <p:nvGraphicFramePr>
          <p:cNvPr id="7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873921"/>
              </p:ext>
            </p:extLst>
          </p:nvPr>
        </p:nvGraphicFramePr>
        <p:xfrm>
          <a:off x="607570" y="933257"/>
          <a:ext cx="9184841" cy="52195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08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6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l"/>
                      <a:r>
                        <a:rPr lang="es-ES" sz="1600" b="1" i="0" dirty="0">
                          <a:solidFill>
                            <a:srgbClr val="003399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Caso de Estudio</a:t>
                      </a:r>
                      <a:endParaRPr lang="es-CO" sz="1600" b="1" i="0" dirty="0">
                        <a:solidFill>
                          <a:srgbClr val="003399"/>
                        </a:solidFill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Clasificación de Solicitantes de Crédito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871">
                <a:tc>
                  <a:txBody>
                    <a:bodyPr/>
                    <a:lstStyle/>
                    <a:p>
                      <a:pPr algn="l"/>
                      <a:r>
                        <a:rPr lang="es-ES" sz="1600" b="1" i="0" dirty="0">
                          <a:solidFill>
                            <a:srgbClr val="003399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Objetivos del Negocio</a:t>
                      </a:r>
                      <a:endParaRPr lang="es-CO" sz="1600" b="1" i="0" dirty="0">
                        <a:solidFill>
                          <a:srgbClr val="003399"/>
                        </a:solidFill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s-ES" sz="1600" b="0" kern="1200" baseline="0" dirty="0">
                          <a:solidFill>
                            <a:schemeClr val="tx1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Una FINTECH está interesada en mejorar la clasificación de sus solicitantes de crédito desde una etapa muy temprana del crédito como es la preaprobación.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172">
                <a:tc>
                  <a:txBody>
                    <a:bodyPr/>
                    <a:lstStyle/>
                    <a:p>
                      <a:pPr algn="l"/>
                      <a:r>
                        <a:rPr lang="es-ES" sz="1600" b="1" i="0" dirty="0">
                          <a:solidFill>
                            <a:srgbClr val="003399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Abstracción</a:t>
                      </a:r>
                      <a:endParaRPr lang="es-CO" sz="1600" b="1" i="0" dirty="0">
                        <a:solidFill>
                          <a:srgbClr val="003399"/>
                        </a:solidFill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La variable preaprobación, es una variable bivariada que permite la clasificación del riesgo en la etapa de preaprobación de un crédito. 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Esta variable bivariada, está caracterizada por la calidad de las variables socioeconómicas que describen a un solicitante de crédito. Entre estas variables se destacan: Edad, Ingresos, Egresos y Monto (EAD)</a:t>
                      </a: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Para la caracterización de la </a:t>
                      </a:r>
                      <a:r>
                        <a:rPr lang="es-ES" sz="1600" i="1" dirty="0">
                          <a:solidFill>
                            <a:srgbClr val="003399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variable bivariada de preaprobación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 se utilizará como documento de referencia la normativa emitida por la </a:t>
                      </a:r>
                      <a:r>
                        <a:rPr lang="es-ES" sz="1600" dirty="0" err="1">
                          <a:solidFill>
                            <a:schemeClr val="tx1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SuperIntendencia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 Financiera frente al riesgo crédito (Circular Externa 016 de 2019).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l"/>
                      <a:r>
                        <a:rPr lang="es-ES" sz="1600" b="1" i="0" dirty="0">
                          <a:solidFill>
                            <a:srgbClr val="003399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Técnica</a:t>
                      </a:r>
                      <a:r>
                        <a:rPr lang="es-ES" sz="1600" b="1" i="0" baseline="0" dirty="0">
                          <a:solidFill>
                            <a:srgbClr val="003399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 a utilizar</a:t>
                      </a:r>
                      <a:endParaRPr lang="es-CO" sz="1600" b="1" i="0" dirty="0">
                        <a:solidFill>
                          <a:srgbClr val="003399"/>
                        </a:solidFill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ü"/>
                      </a:pPr>
                      <a:r>
                        <a:rPr lang="es-ES" sz="1600" i="1" baseline="0" dirty="0">
                          <a:solidFill>
                            <a:srgbClr val="003399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Árboles de Decisión: </a:t>
                      </a:r>
                      <a:r>
                        <a:rPr lang="es-ES" sz="1600" i="0" baseline="0" dirty="0">
                          <a:solidFill>
                            <a:schemeClr val="tx1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Los árboles de decisión son métodos por aprendizaje supervisado que permiten la clasificación de los datos en función de una variable de referencia (</a:t>
                      </a:r>
                      <a:r>
                        <a:rPr lang="es-ES" sz="1600" i="0" baseline="0" dirty="0" err="1">
                          <a:solidFill>
                            <a:schemeClr val="tx1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pre-aprobación</a:t>
                      </a:r>
                      <a:r>
                        <a:rPr lang="es-ES" sz="1600" i="0" baseline="0" dirty="0">
                          <a:solidFill>
                            <a:schemeClr val="tx1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). </a:t>
                      </a:r>
                      <a:endParaRPr lang="es-ES" sz="1600" baseline="0" dirty="0">
                        <a:solidFill>
                          <a:schemeClr val="tx1"/>
                        </a:solidFill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l"/>
                      <a:r>
                        <a:rPr lang="es-CO" sz="1600" b="1" i="0" dirty="0">
                          <a:solidFill>
                            <a:srgbClr val="003399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Archivos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baseline="0" dirty="0">
                          <a:solidFill>
                            <a:srgbClr val="003399"/>
                          </a:solidFill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0. SolicitantesCrédito(USD).xlsx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276763"/>
                  </a:ext>
                </a:extLst>
              </a:tr>
            </a:tbl>
          </a:graphicData>
        </a:graphic>
      </p:graphicFrame>
      <p:grpSp>
        <p:nvGrpSpPr>
          <p:cNvPr id="5" name="Grupo 4">
            <a:extLst>
              <a:ext uri="{FF2B5EF4-FFF2-40B4-BE49-F238E27FC236}">
                <a16:creationId xmlns:a16="http://schemas.microsoft.com/office/drawing/2014/main" id="{6B8AD191-2EE9-BCB5-8231-C9BDAC7FAC8A}"/>
              </a:ext>
            </a:extLst>
          </p:cNvPr>
          <p:cNvGrpSpPr/>
          <p:nvPr/>
        </p:nvGrpSpPr>
        <p:grpSpPr>
          <a:xfrm>
            <a:off x="10283825" y="0"/>
            <a:ext cx="1908175" cy="6858000"/>
            <a:chOff x="10283825" y="0"/>
            <a:chExt cx="1908175" cy="6858000"/>
          </a:xfrm>
        </p:grpSpPr>
        <p:sp>
          <p:nvSpPr>
            <p:cNvPr id="6" name="Cuadro de texto 9">
              <a:extLst>
                <a:ext uri="{FF2B5EF4-FFF2-40B4-BE49-F238E27FC236}">
                  <a16:creationId xmlns:a16="http://schemas.microsoft.com/office/drawing/2014/main" id="{3C65D9F8-D080-0F69-62D6-6F6F50A765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3825" y="0"/>
              <a:ext cx="1908175" cy="6858000"/>
            </a:xfrm>
            <a:prstGeom prst="rect">
              <a:avLst/>
            </a:prstGeom>
            <a:solidFill>
              <a:srgbClr val="4472C4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Clasificación con Árboles de Decisión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Contenido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Ejemplos de </a:t>
              </a: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Caso de estudio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Metodología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Implemen</a:t>
              </a:r>
              <a:r>
                <a:rPr lang="es-ES" sz="1000" kern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tación</a:t>
              </a: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en Excel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Construcción de un árbol de decisión.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8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Referencias</a:t>
              </a:r>
              <a:endPara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" name="Picture 2" descr="El Ágora">
              <a:extLst>
                <a:ext uri="{FF2B5EF4-FFF2-40B4-BE49-F238E27FC236}">
                  <a16:creationId xmlns:a16="http://schemas.microsoft.com/office/drawing/2014/main" id="{0BEAE182-B3DB-D68B-EB49-4412BF363D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200" r="71615" b="38696"/>
            <a:stretch/>
          </p:blipFill>
          <p:spPr bwMode="auto">
            <a:xfrm>
              <a:off x="10588327" y="879000"/>
              <a:ext cx="1299169" cy="13690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42413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ángulo 2"/>
          <p:cNvSpPr>
            <a:spLocks noGrp="1" noChangeArrowheads="1"/>
          </p:cNvSpPr>
          <p:nvPr>
            <p:ph type="body" idx="1"/>
          </p:nvPr>
        </p:nvSpPr>
        <p:spPr>
          <a:xfrm>
            <a:off x="74391" y="0"/>
            <a:ext cx="10028254" cy="6858000"/>
          </a:xfrm>
        </p:spPr>
        <p:txBody>
          <a:bodyPr/>
          <a:lstStyle/>
          <a:p>
            <a:pPr marL="609600" indent="-609600" eaLnBrk="1" hangingPunct="1">
              <a:buClr>
                <a:schemeClr val="hlink"/>
              </a:buClr>
              <a:buNone/>
            </a:pPr>
            <a:r>
              <a:rPr lang="es-ES" sz="2400" b="1" dirty="0">
                <a:solidFill>
                  <a:srgbClr val="003399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Árboles de Decisión - Metodología</a:t>
            </a:r>
            <a:endParaRPr lang="es-ES" sz="2000" b="1" dirty="0">
              <a:solidFill>
                <a:srgbClr val="003399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51FFE9-BADB-F874-962C-5195E6F65739}"/>
              </a:ext>
            </a:extLst>
          </p:cNvPr>
          <p:cNvSpPr/>
          <p:nvPr/>
        </p:nvSpPr>
        <p:spPr>
          <a:xfrm>
            <a:off x="496111" y="879000"/>
            <a:ext cx="9483210" cy="573580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514350" indent="-514350" algn="just">
              <a:spcAft>
                <a:spcPts val="600"/>
              </a:spcAft>
              <a:buFont typeface="+mj-lt"/>
              <a:buAutoNum type="arabicPeriod"/>
            </a:pPr>
            <a:r>
              <a:rPr lang="es-ES" sz="2800" i="1" dirty="0">
                <a:solidFill>
                  <a:srgbClr val="333333"/>
                </a:solidFill>
                <a:latin typeface="Helvetica Neue"/>
              </a:rPr>
              <a:t>Caracterizamos la Variable de Salida:</a:t>
            </a:r>
          </a:p>
          <a:p>
            <a:pPr marL="800100" lvl="1" indent="-3429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s-ES" sz="2400" i="1" dirty="0">
                <a:solidFill>
                  <a:srgbClr val="333333"/>
                </a:solidFill>
                <a:latin typeface="Helvetica Neue"/>
              </a:rPr>
              <a:t>Porcentaje de Créditos </a:t>
            </a:r>
            <a:r>
              <a:rPr lang="es-ES" sz="2400" i="1" dirty="0" err="1">
                <a:solidFill>
                  <a:srgbClr val="333333"/>
                </a:solidFill>
                <a:latin typeface="Helvetica Neue"/>
              </a:rPr>
              <a:t>PreAprobados-PreNegados</a:t>
            </a:r>
            <a:endParaRPr lang="es-ES" sz="2400" i="1" dirty="0">
              <a:solidFill>
                <a:srgbClr val="333333"/>
              </a:solidFill>
              <a:latin typeface="Helvetica Neue"/>
            </a:endParaRPr>
          </a:p>
          <a:p>
            <a:pPr lvl="1" algn="just">
              <a:spcAft>
                <a:spcPts val="600"/>
              </a:spcAft>
            </a:pPr>
            <a:endParaRPr lang="es-ES" sz="2800" i="1" dirty="0">
              <a:solidFill>
                <a:srgbClr val="333333"/>
              </a:solidFill>
              <a:latin typeface="Helvetica Neue"/>
            </a:endParaRPr>
          </a:p>
          <a:p>
            <a:pPr marL="514350" indent="-514350" algn="just">
              <a:spcAft>
                <a:spcPts val="600"/>
              </a:spcAft>
              <a:buFont typeface="+mj-lt"/>
              <a:buAutoNum type="arabicPeriod"/>
            </a:pPr>
            <a:r>
              <a:rPr lang="es-ES" sz="2800" i="1" dirty="0">
                <a:solidFill>
                  <a:srgbClr val="333333"/>
                </a:solidFill>
                <a:latin typeface="Helvetica Neue"/>
              </a:rPr>
              <a:t>Promediamos de las variables de entrada:</a:t>
            </a:r>
          </a:p>
          <a:p>
            <a:pPr marL="514350" indent="-514350" algn="just">
              <a:spcAft>
                <a:spcPts val="600"/>
              </a:spcAft>
              <a:buFont typeface="+mj-lt"/>
              <a:buAutoNum type="arabicPeriod"/>
            </a:pPr>
            <a:endParaRPr lang="es-ES" sz="2800" i="1" dirty="0">
              <a:solidFill>
                <a:srgbClr val="333333"/>
              </a:solidFill>
              <a:latin typeface="Helvetica Neue"/>
            </a:endParaRPr>
          </a:p>
          <a:p>
            <a:pPr marL="800100" lvl="1" indent="-3429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s-ES" sz="2400" i="1" dirty="0">
                <a:solidFill>
                  <a:srgbClr val="333333"/>
                </a:solidFill>
                <a:latin typeface="Helvetica Neue"/>
              </a:rPr>
              <a:t>Se utiliza la media para la separación de los solicitantes de crédito por decisión de aprobación. La media nos permitirá determinar </a:t>
            </a:r>
            <a:r>
              <a:rPr lang="es-ES" sz="2400" b="1" i="1" dirty="0">
                <a:solidFill>
                  <a:srgbClr val="C00000"/>
                </a:solidFill>
                <a:latin typeface="Helvetica Neue"/>
              </a:rPr>
              <a:t>los criterios </a:t>
            </a:r>
            <a:r>
              <a:rPr lang="es-ES" sz="2400" i="1" dirty="0">
                <a:solidFill>
                  <a:srgbClr val="333333"/>
                </a:solidFill>
                <a:latin typeface="Helvetica Neue"/>
              </a:rPr>
              <a:t>de </a:t>
            </a:r>
            <a:r>
              <a:rPr lang="es-ES" sz="2400" i="1" dirty="0" err="1">
                <a:solidFill>
                  <a:srgbClr val="333333"/>
                </a:solidFill>
                <a:latin typeface="Helvetica Neue"/>
              </a:rPr>
              <a:t>PreAprobación</a:t>
            </a:r>
            <a:r>
              <a:rPr lang="es-ES" sz="2400" i="1" dirty="0">
                <a:solidFill>
                  <a:srgbClr val="333333"/>
                </a:solidFill>
                <a:latin typeface="Helvetica Neue"/>
              </a:rPr>
              <a:t>.</a:t>
            </a:r>
          </a:p>
          <a:p>
            <a:pPr marL="800100" lvl="1" indent="-3429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s-ES" sz="2400" b="1" i="1" dirty="0">
                <a:solidFill>
                  <a:srgbClr val="333333"/>
                </a:solidFill>
                <a:latin typeface="Helvetica Neue"/>
              </a:rPr>
              <a:t>Políticas:</a:t>
            </a:r>
            <a:r>
              <a:rPr lang="es-ES" sz="2400" i="1" dirty="0">
                <a:solidFill>
                  <a:srgbClr val="333333"/>
                </a:solidFill>
                <a:latin typeface="Helvetica Neue"/>
              </a:rPr>
              <a:t> Personas Jóvenes (debajo media), Ingresos Altos (encima media), Egresos Bajos (debajo media), Montos bajos (debajo media)</a:t>
            </a:r>
          </a:p>
          <a:p>
            <a:pPr marL="514350" indent="-514350" algn="just">
              <a:spcAft>
                <a:spcPts val="600"/>
              </a:spcAft>
              <a:buFont typeface="+mj-lt"/>
              <a:buAutoNum type="arabicPeriod"/>
            </a:pPr>
            <a:endParaRPr lang="es-ES" sz="2800" i="1" dirty="0">
              <a:solidFill>
                <a:srgbClr val="333333"/>
              </a:solidFill>
              <a:latin typeface="Helvetica Neue"/>
            </a:endParaRPr>
          </a:p>
          <a:p>
            <a:pPr marL="514350" indent="-514350" algn="just">
              <a:spcAft>
                <a:spcPts val="600"/>
              </a:spcAft>
              <a:buFont typeface="+mj-lt"/>
              <a:buAutoNum type="arabicPeriod"/>
            </a:pPr>
            <a:endParaRPr lang="es-ES" sz="2800" i="1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5D04879-92BE-3DAF-3433-4B4A35DBADE8}"/>
              </a:ext>
            </a:extLst>
          </p:cNvPr>
          <p:cNvGraphicFramePr>
            <a:graphicFrameLocks noGrp="1"/>
          </p:cNvGraphicFramePr>
          <p:nvPr/>
        </p:nvGraphicFramePr>
        <p:xfrm>
          <a:off x="1458976" y="2877650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33121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300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977240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8760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b="1" i="0" dirty="0">
                          <a:solidFill>
                            <a:srgbClr val="333333"/>
                          </a:solidFill>
                          <a:latin typeface="Helvetica Neue"/>
                        </a:rPr>
                        <a:t>EDAD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i="0" dirty="0">
                          <a:solidFill>
                            <a:srgbClr val="333333"/>
                          </a:solidFill>
                          <a:latin typeface="Helvetica Neue"/>
                        </a:rPr>
                        <a:t>INGRESOS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i="0" dirty="0">
                          <a:solidFill>
                            <a:srgbClr val="333333"/>
                          </a:solidFill>
                          <a:latin typeface="Helvetica Neue"/>
                        </a:rPr>
                        <a:t>EGRESOS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i="0" dirty="0">
                          <a:solidFill>
                            <a:srgbClr val="333333"/>
                          </a:solidFill>
                          <a:latin typeface="Helvetica Neue"/>
                        </a:rPr>
                        <a:t>MONTO (EAD)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739992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77BB3243-C5B7-7570-99C6-54CF0A322C67}"/>
              </a:ext>
            </a:extLst>
          </p:cNvPr>
          <p:cNvGrpSpPr/>
          <p:nvPr/>
        </p:nvGrpSpPr>
        <p:grpSpPr>
          <a:xfrm>
            <a:off x="10283825" y="0"/>
            <a:ext cx="1908175" cy="6858000"/>
            <a:chOff x="10283825" y="0"/>
            <a:chExt cx="1908175" cy="6858000"/>
          </a:xfrm>
        </p:grpSpPr>
        <p:sp>
          <p:nvSpPr>
            <p:cNvPr id="4" name="Cuadro de texto 9">
              <a:extLst>
                <a:ext uri="{FF2B5EF4-FFF2-40B4-BE49-F238E27FC236}">
                  <a16:creationId xmlns:a16="http://schemas.microsoft.com/office/drawing/2014/main" id="{5095860E-DFDE-7773-9B8C-C85FAAD01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3825" y="0"/>
              <a:ext cx="1908175" cy="6858000"/>
            </a:xfrm>
            <a:prstGeom prst="rect">
              <a:avLst/>
            </a:prstGeom>
            <a:solidFill>
              <a:srgbClr val="4472C4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Clasificación con Árboles de Decisión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Contenido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Ejemplos de </a:t>
              </a: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Caso de estudio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Metodología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Implemen</a:t>
              </a:r>
              <a:r>
                <a:rPr lang="es-ES" sz="1000" kern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tación</a:t>
              </a: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en Excel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Construcción de un árbol de decisión.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8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Referencias</a:t>
              </a:r>
              <a:endPara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2" descr="El Ágora">
              <a:extLst>
                <a:ext uri="{FF2B5EF4-FFF2-40B4-BE49-F238E27FC236}">
                  <a16:creationId xmlns:a16="http://schemas.microsoft.com/office/drawing/2014/main" id="{9A921B86-FD6A-2938-7AEF-0DD8C2D591F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200" r="71615" b="38696"/>
            <a:stretch/>
          </p:blipFill>
          <p:spPr bwMode="auto">
            <a:xfrm>
              <a:off x="10588327" y="879000"/>
              <a:ext cx="1299169" cy="13690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12069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ángulo 2"/>
          <p:cNvSpPr>
            <a:spLocks noGrp="1" noChangeArrowheads="1"/>
          </p:cNvSpPr>
          <p:nvPr>
            <p:ph type="body" idx="1"/>
          </p:nvPr>
        </p:nvSpPr>
        <p:spPr>
          <a:xfrm>
            <a:off x="74391" y="0"/>
            <a:ext cx="10028254" cy="6858000"/>
          </a:xfrm>
        </p:spPr>
        <p:txBody>
          <a:bodyPr/>
          <a:lstStyle/>
          <a:p>
            <a:pPr marL="609600" indent="-609600" eaLnBrk="1" hangingPunct="1">
              <a:buClr>
                <a:schemeClr val="hlink"/>
              </a:buClr>
              <a:buNone/>
            </a:pPr>
            <a:r>
              <a:rPr lang="es-ES" sz="2400" b="1" dirty="0">
                <a:solidFill>
                  <a:srgbClr val="003399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Árboles de Decisión - Metodología</a:t>
            </a:r>
            <a:endParaRPr lang="es-ES" sz="2000" b="1" dirty="0">
              <a:solidFill>
                <a:srgbClr val="003399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4751FFE9-BADB-F874-962C-5195E6F65739}"/>
                  </a:ext>
                </a:extLst>
              </p:cNvPr>
              <p:cNvSpPr/>
              <p:nvPr/>
            </p:nvSpPr>
            <p:spPr>
              <a:xfrm>
                <a:off x="496111" y="879000"/>
                <a:ext cx="9483210" cy="573580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marL="514350" indent="-514350" algn="just">
                  <a:spcAft>
                    <a:spcPts val="600"/>
                  </a:spcAft>
                  <a:buFont typeface="+mj-lt"/>
                  <a:buAutoNum type="arabicPeriod" startAt="3"/>
                </a:pPr>
                <a:r>
                  <a:rPr lang="es-ES" sz="2800" i="1" dirty="0">
                    <a:solidFill>
                      <a:srgbClr val="333333"/>
                    </a:solidFill>
                    <a:latin typeface="Helvetica Neue"/>
                  </a:rPr>
                  <a:t>¿A cuántos solicitantes que cumplen con </a:t>
                </a:r>
                <a:r>
                  <a:rPr lang="es-ES" sz="2400" b="1" i="1" dirty="0">
                    <a:solidFill>
                      <a:srgbClr val="C00000"/>
                    </a:solidFill>
                    <a:latin typeface="Helvetica Neue"/>
                  </a:rPr>
                  <a:t>el criterio</a:t>
                </a:r>
                <a:r>
                  <a:rPr lang="es-ES" sz="2800" i="1" dirty="0">
                    <a:solidFill>
                      <a:srgbClr val="333333"/>
                    </a:solidFill>
                    <a:latin typeface="Helvetica Neue"/>
                  </a:rPr>
                  <a:t>, se les </a:t>
                </a:r>
                <a:r>
                  <a:rPr lang="es-ES" sz="2800" i="1" dirty="0" err="1">
                    <a:solidFill>
                      <a:srgbClr val="333333"/>
                    </a:solidFill>
                    <a:latin typeface="Helvetica Neue"/>
                  </a:rPr>
                  <a:t>PreApr</a:t>
                </a:r>
                <a:r>
                  <a:rPr lang="es-ES" sz="2800" i="1" dirty="0">
                    <a:solidFill>
                      <a:srgbClr val="333333"/>
                    </a:solidFill>
                    <a:latin typeface="Helvetica Neue"/>
                  </a:rPr>
                  <a:t> o </a:t>
                </a:r>
                <a:r>
                  <a:rPr lang="es-ES" sz="2800" i="1" dirty="0" err="1">
                    <a:solidFill>
                      <a:srgbClr val="333333"/>
                    </a:solidFill>
                    <a:latin typeface="Helvetica Neue"/>
                  </a:rPr>
                  <a:t>PreNeg</a:t>
                </a:r>
                <a:r>
                  <a:rPr lang="es-ES" sz="2800" i="1" dirty="0">
                    <a:solidFill>
                      <a:srgbClr val="333333"/>
                    </a:solidFill>
                    <a:latin typeface="Helvetica Neue"/>
                  </a:rPr>
                  <a:t> el crédito?</a:t>
                </a:r>
              </a:p>
              <a:p>
                <a:pPr marL="914400" lvl="1" indent="-457200">
                  <a:spcAft>
                    <a:spcPts val="300"/>
                  </a:spcAft>
                  <a:buFont typeface="Wingdings" panose="05000000000000000000" pitchFamily="2" charset="2"/>
                  <a:buChar char="ü"/>
                </a:pPr>
                <a:r>
                  <a:rPr lang="es-ES" sz="2400" i="1" dirty="0">
                    <a:solidFill>
                      <a:srgbClr val="333333"/>
                    </a:solidFill>
                    <a:latin typeface="Helvetica Neue"/>
                  </a:rPr>
                  <a:t>Porcentaje de Créditos </a:t>
                </a:r>
                <a:r>
                  <a:rPr lang="es-ES" sz="2400" i="1" dirty="0" err="1">
                    <a:solidFill>
                      <a:srgbClr val="333333"/>
                    </a:solidFill>
                    <a:latin typeface="Helvetica Neue"/>
                  </a:rPr>
                  <a:t>PreAprobados-PreNegados</a:t>
                </a:r>
                <a:r>
                  <a:rPr lang="es-ES" sz="2400" i="1" dirty="0">
                    <a:solidFill>
                      <a:srgbClr val="333333"/>
                    </a:solidFill>
                    <a:latin typeface="Helvetica Neue"/>
                  </a:rPr>
                  <a:t> a los que </a:t>
                </a:r>
                <a:r>
                  <a:rPr lang="es-ES" sz="2400" b="1" i="1" dirty="0">
                    <a:solidFill>
                      <a:srgbClr val="C00000"/>
                    </a:solidFill>
                    <a:latin typeface="Helvetica Neue"/>
                  </a:rPr>
                  <a:t>cumplen con el criterio </a:t>
                </a:r>
                <a:r>
                  <a:rPr lang="es-ES" sz="2400" i="1" dirty="0">
                    <a:solidFill>
                      <a:srgbClr val="333333"/>
                    </a:solidFill>
                    <a:latin typeface="Helvetica Neue"/>
                  </a:rPr>
                  <a:t>(1-1,1-0)</a:t>
                </a:r>
              </a:p>
              <a:p>
                <a:pPr marL="914400" lvl="1" indent="-457200">
                  <a:spcAft>
                    <a:spcPts val="300"/>
                  </a:spcAft>
                  <a:buFont typeface="Wingdings" panose="05000000000000000000" pitchFamily="2" charset="2"/>
                  <a:buChar char="ü"/>
                </a:pPr>
                <a:r>
                  <a:rPr lang="es-ES" sz="2400" i="1" dirty="0">
                    <a:solidFill>
                      <a:srgbClr val="333333"/>
                    </a:solidFill>
                    <a:latin typeface="Helvetica Neue"/>
                  </a:rPr>
                  <a:t>Porcentaje de Créditos </a:t>
                </a:r>
                <a:r>
                  <a:rPr lang="es-ES" sz="2400" i="1" dirty="0" err="1">
                    <a:solidFill>
                      <a:srgbClr val="333333"/>
                    </a:solidFill>
                    <a:latin typeface="Helvetica Neue"/>
                  </a:rPr>
                  <a:t>PreAprobados-PreNegados</a:t>
                </a:r>
                <a:r>
                  <a:rPr lang="es-ES" sz="2400" i="1" dirty="0">
                    <a:solidFill>
                      <a:srgbClr val="333333"/>
                    </a:solidFill>
                    <a:latin typeface="Helvetica Neue"/>
                  </a:rPr>
                  <a:t> a los que </a:t>
                </a:r>
                <a:r>
                  <a:rPr lang="es-ES" sz="2400" b="1" i="1" dirty="0">
                    <a:solidFill>
                      <a:srgbClr val="C00000"/>
                    </a:solidFill>
                    <a:latin typeface="Helvetica Neue"/>
                  </a:rPr>
                  <a:t>no cumplen con el criterio </a:t>
                </a:r>
                <a:r>
                  <a:rPr lang="es-ES" sz="2400" i="1" dirty="0">
                    <a:solidFill>
                      <a:srgbClr val="333333"/>
                    </a:solidFill>
                    <a:latin typeface="Helvetica Neue"/>
                  </a:rPr>
                  <a:t>(0-1,0-0)</a:t>
                </a:r>
              </a:p>
              <a:p>
                <a:pPr marL="914400" lvl="1" indent="-457200">
                  <a:spcAft>
                    <a:spcPts val="300"/>
                  </a:spcAft>
                  <a:buFont typeface="Wingdings" panose="05000000000000000000" pitchFamily="2" charset="2"/>
                  <a:buChar char="ü"/>
                </a:pPr>
                <a:endParaRPr lang="es-ES" sz="2400" i="1" dirty="0">
                  <a:solidFill>
                    <a:srgbClr val="333333"/>
                  </a:solidFill>
                  <a:latin typeface="Helvetica Neue"/>
                </a:endParaRPr>
              </a:p>
              <a:p>
                <a:pPr marL="514350" indent="-514350" algn="just">
                  <a:spcAft>
                    <a:spcPts val="600"/>
                  </a:spcAft>
                  <a:buFont typeface="+mj-lt"/>
                  <a:buAutoNum type="arabicPeriod" startAt="3"/>
                </a:pPr>
                <a:r>
                  <a:rPr lang="es-ES" sz="2800" i="1" dirty="0">
                    <a:solidFill>
                      <a:srgbClr val="333333"/>
                    </a:solidFill>
                    <a:latin typeface="Helvetica Neue"/>
                  </a:rPr>
                  <a:t>Calculamos el Índice Gini:</a:t>
                </a:r>
              </a:p>
              <a:p>
                <a:pPr marL="971550" lvl="1" indent="-514350">
                  <a:spcAft>
                    <a:spcPts val="300"/>
                  </a:spcAft>
                  <a:buFont typeface="Wingdings" panose="05000000000000000000" pitchFamily="2" charset="2"/>
                  <a:buChar char="ü"/>
                </a:pPr>
                <a:r>
                  <a:rPr lang="es-ES" sz="2400" i="1" dirty="0">
                    <a:solidFill>
                      <a:srgbClr val="333333"/>
                    </a:solidFill>
                    <a:latin typeface="Helvetica Neue"/>
                  </a:rPr>
                  <a:t>Me indica la capacidad de una variable para predecir una variable de salida.</a:t>
                </a:r>
              </a:p>
              <a:p>
                <a:pPr algn="ctr"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𝐼𝐺</m:t>
                      </m:r>
                      <m:r>
                        <a:rPr lang="es-ES" sz="280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=1−</m:t>
                      </m:r>
                      <m:r>
                        <a:rPr lang="es-ES" sz="2800" i="1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sSup>
                        <m:sSupPr>
                          <m:ctrlPr>
                            <a:rPr lang="es-ES" sz="2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ES" sz="2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𝑃𝐴</m:t>
                          </m:r>
                        </m:e>
                        <m:sup>
                          <m:r>
                            <a:rPr lang="es-ES" sz="2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s-ES" sz="2800" i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s-ES" sz="2800" i="1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sSup>
                        <m:sSupPr>
                          <m:ctrlPr>
                            <a:rPr lang="es-ES" sz="2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ES" sz="2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  <m:r>
                            <a:rPr lang="es-ES" sz="2800" b="0" i="1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e>
                        <m:sup>
                          <m:r>
                            <a:rPr lang="es-ES" sz="28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" sz="2800" i="1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spcAft>
                    <a:spcPts val="300"/>
                  </a:spcAft>
                </a:pPr>
                <a:endParaRPr lang="es-ES" sz="2800" i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>
                  <a:spcAft>
                    <a:spcPts val="300"/>
                  </a:spcAft>
                </a:pPr>
                <a:r>
                  <a:rPr lang="es-ES" i="1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PPA: Porcentaje de </a:t>
                </a:r>
                <a:r>
                  <a:rPr lang="es-ES" i="1" dirty="0" err="1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PreAprobados</a:t>
                </a:r>
                <a:r>
                  <a:rPr lang="es-ES" i="1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PPN: Porcentaje de </a:t>
                </a:r>
                <a:r>
                  <a:rPr lang="es-ES" i="1" dirty="0" err="1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PreNegados</a:t>
                </a:r>
                <a:endParaRPr lang="es-ES" i="1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 algn="just">
                  <a:spcAft>
                    <a:spcPts val="600"/>
                  </a:spcAft>
                  <a:buFont typeface="+mj-lt"/>
                  <a:buAutoNum type="arabicPeriod" startAt="3"/>
                </a:pPr>
                <a:endParaRPr lang="es-ES" sz="2800" i="1" dirty="0">
                  <a:solidFill>
                    <a:srgbClr val="333333"/>
                  </a:solidFill>
                  <a:latin typeface="Helvetica Neue"/>
                </a:endParaRPr>
              </a:p>
              <a:p>
                <a:pPr marL="514350" indent="-514350" algn="just">
                  <a:spcAft>
                    <a:spcPts val="600"/>
                  </a:spcAft>
                  <a:buFont typeface="+mj-lt"/>
                  <a:buAutoNum type="arabicPeriod" startAt="3"/>
                </a:pPr>
                <a:endParaRPr lang="es-ES" sz="2800" i="1" dirty="0"/>
              </a:p>
            </p:txBody>
          </p:sp>
        </mc:Choice>
        <mc:Fallback xmlns=""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4751FFE9-BADB-F874-962C-5195E6F657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11" y="879000"/>
                <a:ext cx="9483210" cy="5735809"/>
              </a:xfrm>
              <a:prstGeom prst="rect">
                <a:avLst/>
              </a:prstGeom>
              <a:blipFill>
                <a:blip r:embed="rId3"/>
                <a:stretch>
                  <a:fillRect l="-1157" t="-1063" r="-13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upo 5">
            <a:extLst>
              <a:ext uri="{FF2B5EF4-FFF2-40B4-BE49-F238E27FC236}">
                <a16:creationId xmlns:a16="http://schemas.microsoft.com/office/drawing/2014/main" id="{7ECC48B8-1EDF-16AC-9541-EE75413D8767}"/>
              </a:ext>
            </a:extLst>
          </p:cNvPr>
          <p:cNvGrpSpPr/>
          <p:nvPr/>
        </p:nvGrpSpPr>
        <p:grpSpPr>
          <a:xfrm>
            <a:off x="10283825" y="0"/>
            <a:ext cx="1908175" cy="6858000"/>
            <a:chOff x="10283825" y="0"/>
            <a:chExt cx="1908175" cy="6858000"/>
          </a:xfrm>
        </p:grpSpPr>
        <p:sp>
          <p:nvSpPr>
            <p:cNvPr id="7" name="Cuadro de texto 9">
              <a:extLst>
                <a:ext uri="{FF2B5EF4-FFF2-40B4-BE49-F238E27FC236}">
                  <a16:creationId xmlns:a16="http://schemas.microsoft.com/office/drawing/2014/main" id="{7D5626DF-54D5-7E27-EEF1-8E737AE6D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3825" y="0"/>
              <a:ext cx="1908175" cy="6858000"/>
            </a:xfrm>
            <a:prstGeom prst="rect">
              <a:avLst/>
            </a:prstGeom>
            <a:solidFill>
              <a:srgbClr val="4472C4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Clasificación con Árboles de Decisión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Contenido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Ejemplos de </a:t>
              </a: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Caso de estudio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Metodología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Implemen</a:t>
              </a:r>
              <a:r>
                <a:rPr lang="es-ES" sz="1000" kern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tación</a:t>
              </a: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en Excel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Construcción de un árbol de decisión.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8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Referencias</a:t>
              </a:r>
              <a:endPara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" name="Picture 2" descr="El Ágora">
              <a:extLst>
                <a:ext uri="{FF2B5EF4-FFF2-40B4-BE49-F238E27FC236}">
                  <a16:creationId xmlns:a16="http://schemas.microsoft.com/office/drawing/2014/main" id="{1F94B52A-BC62-FF20-D5F4-823F9D2176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200" r="71615" b="38696"/>
            <a:stretch/>
          </p:blipFill>
          <p:spPr bwMode="auto">
            <a:xfrm>
              <a:off x="10588327" y="879000"/>
              <a:ext cx="1299169" cy="13690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12604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ángulo 2"/>
          <p:cNvSpPr>
            <a:spLocks noGrp="1" noChangeArrowheads="1"/>
          </p:cNvSpPr>
          <p:nvPr>
            <p:ph type="body" idx="1"/>
          </p:nvPr>
        </p:nvSpPr>
        <p:spPr>
          <a:xfrm>
            <a:off x="74391" y="0"/>
            <a:ext cx="10028254" cy="6858000"/>
          </a:xfrm>
        </p:spPr>
        <p:txBody>
          <a:bodyPr/>
          <a:lstStyle/>
          <a:p>
            <a:pPr marL="609600" indent="-609600" eaLnBrk="1" hangingPunct="1">
              <a:buClr>
                <a:schemeClr val="hlink"/>
              </a:buClr>
              <a:buNone/>
            </a:pPr>
            <a:r>
              <a:rPr lang="es-ES" sz="2400" b="1" dirty="0">
                <a:solidFill>
                  <a:srgbClr val="003399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Árboles de Decisión - Metodología</a:t>
            </a:r>
            <a:endParaRPr lang="es-ES" sz="2000" b="1" dirty="0">
              <a:solidFill>
                <a:srgbClr val="003399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51FFE9-BADB-F874-962C-5195E6F65739}"/>
              </a:ext>
            </a:extLst>
          </p:cNvPr>
          <p:cNvSpPr/>
          <p:nvPr/>
        </p:nvSpPr>
        <p:spPr>
          <a:xfrm>
            <a:off x="496111" y="879000"/>
            <a:ext cx="9483210" cy="573580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514350" indent="-514350" algn="just">
              <a:spcAft>
                <a:spcPts val="600"/>
              </a:spcAft>
              <a:buFont typeface="+mj-lt"/>
              <a:buAutoNum type="arabicPeriod" startAt="5"/>
            </a:pPr>
            <a:r>
              <a:rPr lang="es-ES" sz="2800" i="1" dirty="0">
                <a:solidFill>
                  <a:srgbClr val="333333"/>
                </a:solidFill>
                <a:latin typeface="Helvetica Neue"/>
              </a:rPr>
              <a:t>Seleccionamos la variable más adecuada a usarse como factor de división (o bifurcación)</a:t>
            </a:r>
          </a:p>
          <a:p>
            <a:pPr marL="971550" lvl="1" indent="-5143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ES" sz="2400" i="1" dirty="0">
                <a:solidFill>
                  <a:srgbClr val="333333"/>
                </a:solidFill>
                <a:latin typeface="Helvetica Neue"/>
              </a:rPr>
              <a:t>Entre más cercano se encuentre el Índice Gini a cero, la variable tiene más </a:t>
            </a:r>
            <a:r>
              <a:rPr lang="es-ES" sz="2400" i="1" dirty="0">
                <a:solidFill>
                  <a:srgbClr val="C00000"/>
                </a:solidFill>
                <a:latin typeface="Helvetica Neue"/>
              </a:rPr>
              <a:t>criterio</a:t>
            </a:r>
            <a:r>
              <a:rPr lang="es-ES" sz="2400" i="1" dirty="0">
                <a:solidFill>
                  <a:srgbClr val="333333"/>
                </a:solidFill>
                <a:latin typeface="Helvetica Neue"/>
              </a:rPr>
              <a:t> frente a la </a:t>
            </a:r>
            <a:r>
              <a:rPr lang="es-ES" sz="2400" i="1" dirty="0" err="1">
                <a:solidFill>
                  <a:srgbClr val="333333"/>
                </a:solidFill>
                <a:latin typeface="Helvetica Neue"/>
              </a:rPr>
              <a:t>PreAprobación</a:t>
            </a:r>
            <a:r>
              <a:rPr lang="es-ES" sz="2400" i="1" dirty="0">
                <a:solidFill>
                  <a:srgbClr val="333333"/>
                </a:solidFill>
                <a:latin typeface="Helvetica Neue"/>
              </a:rPr>
              <a:t>.</a:t>
            </a:r>
          </a:p>
          <a:p>
            <a:pPr marL="514350" indent="-514350" algn="just">
              <a:spcAft>
                <a:spcPts val="600"/>
              </a:spcAft>
              <a:buFont typeface="+mj-lt"/>
              <a:buAutoNum type="arabicPeriod" startAt="5"/>
            </a:pPr>
            <a:endParaRPr lang="es-ES" sz="2400" i="1" dirty="0">
              <a:solidFill>
                <a:srgbClr val="333333"/>
              </a:solidFill>
              <a:latin typeface="Helvetica Neue"/>
            </a:endParaRPr>
          </a:p>
          <a:p>
            <a:pPr marL="514350" indent="-514350" algn="just">
              <a:spcAft>
                <a:spcPts val="600"/>
              </a:spcAft>
              <a:buFont typeface="+mj-lt"/>
              <a:buAutoNum type="arabicPeriod" startAt="5"/>
            </a:pPr>
            <a:r>
              <a:rPr lang="es-ES" sz="2800" i="1" dirty="0">
                <a:solidFill>
                  <a:srgbClr val="333333"/>
                </a:solidFill>
                <a:latin typeface="Helvetica Neue"/>
              </a:rPr>
              <a:t>Creamos un nuevo nivel aplicando el criterio de la variable seleccionada en el paso 5. No olvidemos  reconstruir los criterios en el nuevo nivel.</a:t>
            </a:r>
          </a:p>
          <a:p>
            <a:pPr marL="514350" indent="-514350" algn="just">
              <a:spcAft>
                <a:spcPts val="600"/>
              </a:spcAft>
              <a:buFont typeface="+mj-lt"/>
              <a:buAutoNum type="arabicPeriod" startAt="3"/>
            </a:pPr>
            <a:endParaRPr lang="es-ES" sz="2800" i="1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6156E64-8ABD-FA42-26B3-26FF6015014D}"/>
              </a:ext>
            </a:extLst>
          </p:cNvPr>
          <p:cNvGrpSpPr/>
          <p:nvPr/>
        </p:nvGrpSpPr>
        <p:grpSpPr>
          <a:xfrm>
            <a:off x="10283825" y="0"/>
            <a:ext cx="1908175" cy="6858000"/>
            <a:chOff x="10283825" y="0"/>
            <a:chExt cx="1908175" cy="6858000"/>
          </a:xfrm>
        </p:grpSpPr>
        <p:sp>
          <p:nvSpPr>
            <p:cNvPr id="3" name="Cuadro de texto 9">
              <a:extLst>
                <a:ext uri="{FF2B5EF4-FFF2-40B4-BE49-F238E27FC236}">
                  <a16:creationId xmlns:a16="http://schemas.microsoft.com/office/drawing/2014/main" id="{EA8C3F24-4789-0B58-7FD0-B6D6707AB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3825" y="0"/>
              <a:ext cx="1908175" cy="6858000"/>
            </a:xfrm>
            <a:prstGeom prst="rect">
              <a:avLst/>
            </a:prstGeom>
            <a:solidFill>
              <a:srgbClr val="4472C4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Clasificación con Árboles de Decisión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Contenido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Ejemplos de </a:t>
              </a: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Árboles de decisión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kumimoji="0" lang="es-E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Caso de estudio</a:t>
              </a:r>
            </a:p>
            <a:p>
              <a:pPr marL="117475" algn="l">
                <a:spcBef>
                  <a:spcPts val="75"/>
                </a:spcBef>
                <a:defRPr/>
              </a:pP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Metodología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Implemen</a:t>
              </a:r>
              <a:r>
                <a:rPr lang="es-ES" sz="1000" kern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tación</a:t>
              </a:r>
              <a:r>
                <a:rPr lang="es-ES" sz="1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en Excel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Construcción de un árbol de decisión.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08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52388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7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Referencias</a:t>
              </a:r>
              <a:endPara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" name="Picture 2" descr="El Ágora">
              <a:extLst>
                <a:ext uri="{FF2B5EF4-FFF2-40B4-BE49-F238E27FC236}">
                  <a16:creationId xmlns:a16="http://schemas.microsoft.com/office/drawing/2014/main" id="{A459C986-A282-0C7A-B724-AF8CADA1F9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200" r="71615" b="38696"/>
            <a:stretch/>
          </p:blipFill>
          <p:spPr bwMode="auto">
            <a:xfrm>
              <a:off x="10588327" y="879000"/>
              <a:ext cx="1299169" cy="13690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86169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CA21797-9183-4306-AB84-DE533F19971D}"/>
              </a:ext>
            </a:extLst>
          </p:cNvPr>
          <p:cNvSpPr/>
          <p:nvPr/>
        </p:nvSpPr>
        <p:spPr>
          <a:xfrm>
            <a:off x="6268825" y="4724400"/>
            <a:ext cx="5524107" cy="9034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Muchas Gracias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105175"/>
      </p:ext>
    </p:extLst>
  </p:cSld>
  <p:clrMapOvr>
    <a:masterClrMapping/>
  </p:clrMapOvr>
</p:sld>
</file>

<file path=ppt/theme/theme1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3115</TotalTime>
  <Words>950</Words>
  <Application>Microsoft Office PowerPoint</Application>
  <PresentationFormat>Panorámica</PresentationFormat>
  <Paragraphs>273</Paragraphs>
  <Slides>10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9" baseType="lpstr">
      <vt:lpstr>Arial</vt:lpstr>
      <vt:lpstr>Arial Black</vt:lpstr>
      <vt:lpstr>Arial Unicode MS</vt:lpstr>
      <vt:lpstr>Calibri</vt:lpstr>
      <vt:lpstr>Calibri Light</vt:lpstr>
      <vt:lpstr>Cambria Math</vt:lpstr>
      <vt:lpstr>Helvetica Neue</vt:lpstr>
      <vt:lpstr>Wingdings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Alejandro Peña Palacio</dc:creator>
  <cp:lastModifiedBy>Yeison Andrés Orozco Zuluaga</cp:lastModifiedBy>
  <cp:revision>15</cp:revision>
  <dcterms:created xsi:type="dcterms:W3CDTF">2023-01-31T16:48:09Z</dcterms:created>
  <dcterms:modified xsi:type="dcterms:W3CDTF">2025-08-10T00:36:51Z</dcterms:modified>
</cp:coreProperties>
</file>